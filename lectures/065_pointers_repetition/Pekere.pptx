
<file path=[Content_Types].xml><?xml version="1.0" encoding="utf-8"?>
<Types xmlns="http://schemas.openxmlformats.org/package/2006/content-types">
  <Default Extension="au" ContentType="audio/basic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  <p:sldMasterId id="2147483662" r:id="rId7"/>
    <p:sldMasterId id="2147483668" r:id="rId8"/>
  </p:sldMasterIdLst>
  <p:handoutMasterIdLst>
    <p:handoutMasterId r:id="rId99"/>
  </p:handoutMasterIdLst>
  <p:sldIdLst>
    <p:sldId id="256" r:id="rId9"/>
    <p:sldId id="258" r:id="rId10"/>
    <p:sldId id="290" r:id="rId11"/>
    <p:sldId id="260" r:id="rId12"/>
    <p:sldId id="261" r:id="rId13"/>
    <p:sldId id="262" r:id="rId14"/>
    <p:sldId id="264" r:id="rId15"/>
    <p:sldId id="266" r:id="rId16"/>
    <p:sldId id="267" r:id="rId17"/>
    <p:sldId id="291" r:id="rId18"/>
    <p:sldId id="269" r:id="rId19"/>
    <p:sldId id="292" r:id="rId20"/>
    <p:sldId id="293" r:id="rId21"/>
    <p:sldId id="270" r:id="rId22"/>
    <p:sldId id="271" r:id="rId23"/>
    <p:sldId id="273" r:id="rId24"/>
    <p:sldId id="295" r:id="rId25"/>
    <p:sldId id="274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296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316" r:id="rId53"/>
    <p:sldId id="318" r:id="rId54"/>
    <p:sldId id="361" r:id="rId55"/>
    <p:sldId id="319" r:id="rId56"/>
    <p:sldId id="320" r:id="rId57"/>
    <p:sldId id="321" r:id="rId58"/>
    <p:sldId id="325" r:id="rId59"/>
    <p:sldId id="317" r:id="rId60"/>
    <p:sldId id="322" r:id="rId61"/>
    <p:sldId id="323" r:id="rId62"/>
    <p:sldId id="324" r:id="rId63"/>
    <p:sldId id="327" r:id="rId64"/>
    <p:sldId id="329" r:id="rId65"/>
    <p:sldId id="326" r:id="rId66"/>
    <p:sldId id="328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40" r:id="rId77"/>
    <p:sldId id="339" r:id="rId78"/>
    <p:sldId id="341" r:id="rId79"/>
    <p:sldId id="342" r:id="rId80"/>
    <p:sldId id="343" r:id="rId81"/>
    <p:sldId id="344" r:id="rId82"/>
    <p:sldId id="345" r:id="rId83"/>
    <p:sldId id="346" r:id="rId84"/>
    <p:sldId id="347" r:id="rId85"/>
    <p:sldId id="348" r:id="rId86"/>
    <p:sldId id="349" r:id="rId87"/>
    <p:sldId id="350" r:id="rId88"/>
    <p:sldId id="351" r:id="rId89"/>
    <p:sldId id="352" r:id="rId90"/>
    <p:sldId id="353" r:id="rId91"/>
    <p:sldId id="354" r:id="rId92"/>
    <p:sldId id="356" r:id="rId93"/>
    <p:sldId id="355" r:id="rId94"/>
    <p:sldId id="358" r:id="rId95"/>
    <p:sldId id="359" r:id="rId96"/>
    <p:sldId id="357" r:id="rId97"/>
    <p:sldId id="360" r:id="rId9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D3580-81E3-813E-731F-36D4D27304E3}" v="462" dt="2025-10-16T19:53:13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266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76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10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2.xml"/><Relationship Id="rId95" Type="http://schemas.openxmlformats.org/officeDocument/2006/relationships/slide" Target="slides/slide87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103" Type="http://schemas.openxmlformats.org/officeDocument/2006/relationships/tableStyles" Target="tableStyle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slide" Target="slides/slide86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microsoft.com/office/2015/10/relationships/revisionInfo" Target="revisionInfo.xml"/><Relationship Id="rId7" Type="http://schemas.openxmlformats.org/officeDocument/2006/relationships/slideMaster" Target="slideMasters/slideMaster3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presProps" Target="presProps.xml"/><Relationship Id="rId8" Type="http://schemas.openxmlformats.org/officeDocument/2006/relationships/slideMaster" Target="slideMasters/slideMaster4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50899-3D14-4A38-B0C5-4D2CF77B5B8A}" type="datetimeFigureOut">
              <a:rPr lang="nb-NO" smtClean="0"/>
              <a:t>22.10.2025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35F46-3402-4F9A-A575-76C8BB429A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481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bilde. Tilpass bildet med beskjær. For hjelp, se video på uit.no/profil</a:t>
            </a:r>
          </a:p>
        </p:txBody>
      </p:sp>
    </p:spTree>
    <p:extLst>
      <p:ext uri="{BB962C8B-B14F-4D97-AF65-F5344CB8AC3E}">
        <p14:creationId xmlns:p14="http://schemas.microsoft.com/office/powerpoint/2010/main" val="6158972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9677703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06787615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18764261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3459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bilde. Tilpass bildet med beskjær. For hjelp, se video på uit.no/profil</a:t>
            </a:r>
          </a:p>
        </p:txBody>
      </p:sp>
    </p:spTree>
    <p:extLst>
      <p:ext uri="{BB962C8B-B14F-4D97-AF65-F5344CB8AC3E}">
        <p14:creationId xmlns:p14="http://schemas.microsoft.com/office/powerpoint/2010/main" val="22678224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895049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181990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107526489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052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bilde. Tilpass bildet med beskjær. For hjelp, se video på uit.no/profil</a:t>
            </a:r>
          </a:p>
        </p:txBody>
      </p:sp>
    </p:spTree>
    <p:extLst>
      <p:ext uri="{BB962C8B-B14F-4D97-AF65-F5344CB8AC3E}">
        <p14:creationId xmlns:p14="http://schemas.microsoft.com/office/powerpoint/2010/main" val="13346806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8140592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908277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2702249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46400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bilde. Tilpass bildet med beskjær. For hjelp, se video på uit.no/profil</a:t>
            </a:r>
          </a:p>
        </p:txBody>
      </p:sp>
    </p:spTree>
    <p:extLst>
      <p:ext uri="{BB962C8B-B14F-4D97-AF65-F5344CB8AC3E}">
        <p14:creationId xmlns:p14="http://schemas.microsoft.com/office/powerpoint/2010/main" val="210853930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9554161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8441610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2573493163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648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22.10.2025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94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22.10.2025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761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22.10.2025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861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22.10.2025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25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au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cs typeface="Arial"/>
              </a:rPr>
              <a:t>Pekere med teskje </a:t>
            </a:r>
            <a:r>
              <a:rPr lang="nb-NO" dirty="0">
                <a:ea typeface="+mj-lt"/>
                <a:cs typeface="+mj-lt"/>
              </a:rPr>
              <a:t>🥄</a:t>
            </a:r>
            <a:endParaRPr lang="nb-N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nb-NO" dirty="0">
                <a:latin typeface="Arial"/>
                <a:cs typeface="Arial"/>
              </a:rPr>
              <a:t>Minne, Variabler og mer </a:t>
            </a:r>
            <a:r>
              <a:rPr lang="nb-NO" i="0" dirty="0">
                <a:latin typeface="Arial"/>
                <a:cs typeface="Arial"/>
              </a:rPr>
              <a:t>💻</a:t>
            </a:r>
            <a:endParaRPr lang="nb-NO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>
                <a:cs typeface="Arial"/>
              </a:rPr>
              <a:t>Simon </a:t>
            </a:r>
            <a:r>
              <a:rPr lang="nb-NO" dirty="0" err="1">
                <a:cs typeface="Arial"/>
              </a:rPr>
              <a:t>Gilbu</a:t>
            </a:r>
            <a:endParaRPr lang="nb-NO" dirty="0" err="1"/>
          </a:p>
        </p:txBody>
      </p:sp>
    </p:spTree>
    <p:extLst>
      <p:ext uri="{BB962C8B-B14F-4D97-AF65-F5344CB8AC3E}">
        <p14:creationId xmlns:p14="http://schemas.microsoft.com/office/powerpoint/2010/main" val="278597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6A27-FC76-13E9-B925-965F393B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2C5B1D-CADC-50A9-CF48-2F6CAFEFC7C5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8008EB-E295-189B-45E0-079A8388383C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og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scope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Referanse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+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/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free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EA85BC82-899C-196E-FBFA-0FD75693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609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4238-B568-EED0-7966-0B4A0F41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7A401B-08D4-0D55-B9D3-DED8453DDDE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1C036-1308-80A8-75C8-FA5C84D47E07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og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scope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Referanse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+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/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free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0157A44B-68F9-BFEF-EEFF-677187E5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9310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C61FF-2E3D-33B6-6DC1-3041303CE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AE989-44A5-7C51-2656-EAC864BDFBAA}"/>
              </a:ext>
            </a:extLst>
          </p:cNvPr>
          <p:cNvSpPr/>
          <p:nvPr/>
        </p:nvSpPr>
        <p:spPr>
          <a:xfrm flipH="1">
            <a:off x="9279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C4CF22-AAE8-BA9F-CFCD-D14B37A0A802}"/>
              </a:ext>
            </a:extLst>
          </p:cNvPr>
          <p:cNvSpPr/>
          <p:nvPr/>
        </p:nvSpPr>
        <p:spPr>
          <a:xfrm flipH="1">
            <a:off x="513545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7398E-2C50-41C6-0D5B-894B8BFF27C3}"/>
              </a:ext>
            </a:extLst>
          </p:cNvPr>
          <p:cNvSpPr/>
          <p:nvPr/>
        </p:nvSpPr>
        <p:spPr>
          <a:xfrm flipH="1">
            <a:off x="110132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20ABDA-089A-F943-ED83-E348B1A8E1F1}"/>
              </a:ext>
            </a:extLst>
          </p:cNvPr>
          <p:cNvSpPr/>
          <p:nvPr/>
        </p:nvSpPr>
        <p:spPr>
          <a:xfrm flipH="1">
            <a:off x="210985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A62686-244D-4A39-1EFB-D70F11CAE920}"/>
              </a:ext>
            </a:extLst>
          </p:cNvPr>
          <p:cNvSpPr/>
          <p:nvPr/>
        </p:nvSpPr>
        <p:spPr>
          <a:xfrm flipH="1">
            <a:off x="311839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735987-15A7-6EFF-45C6-968E56C047E1}"/>
              </a:ext>
            </a:extLst>
          </p:cNvPr>
          <p:cNvSpPr/>
          <p:nvPr/>
        </p:nvSpPr>
        <p:spPr>
          <a:xfrm flipH="1">
            <a:off x="412692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619929-31F2-7922-4703-1D18205D97EA}"/>
              </a:ext>
            </a:extLst>
          </p:cNvPr>
          <p:cNvSpPr/>
          <p:nvPr/>
        </p:nvSpPr>
        <p:spPr>
          <a:xfrm flipH="1">
            <a:off x="614398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13B3DE-C9BD-D8F8-B685-35FAE8A3A26C}"/>
              </a:ext>
            </a:extLst>
          </p:cNvPr>
          <p:cNvSpPr/>
          <p:nvPr/>
        </p:nvSpPr>
        <p:spPr>
          <a:xfrm flipH="1">
            <a:off x="715251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43F7A7-43BB-CD2C-FCC1-5D20AF89B8E3}"/>
              </a:ext>
            </a:extLst>
          </p:cNvPr>
          <p:cNvSpPr/>
          <p:nvPr/>
        </p:nvSpPr>
        <p:spPr>
          <a:xfrm flipH="1">
            <a:off x="816104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676AB-C8A3-599B-0948-9948BB663E7E}"/>
              </a:ext>
            </a:extLst>
          </p:cNvPr>
          <p:cNvSpPr/>
          <p:nvPr/>
        </p:nvSpPr>
        <p:spPr>
          <a:xfrm flipH="1">
            <a:off x="916958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9F39B6-67C8-60E8-AB08-BFF822584777}"/>
              </a:ext>
            </a:extLst>
          </p:cNvPr>
          <p:cNvSpPr/>
          <p:nvPr/>
        </p:nvSpPr>
        <p:spPr>
          <a:xfrm flipH="1">
            <a:off x="1017811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2BA7B5-02E9-3032-396B-196F4FC5373E}"/>
              </a:ext>
            </a:extLst>
          </p:cNvPr>
          <p:cNvSpPr/>
          <p:nvPr/>
        </p:nvSpPr>
        <p:spPr>
          <a:xfrm flipH="1">
            <a:off x="1118664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9C3A6-459C-5BBD-9E63-B3705FB38992}"/>
              </a:ext>
            </a:extLst>
          </p:cNvPr>
          <p:cNvSpPr txBox="1"/>
          <p:nvPr/>
        </p:nvSpPr>
        <p:spPr>
          <a:xfrm>
            <a:off x="1958975" y="906092"/>
            <a:ext cx="827264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cs typeface="Arial"/>
              </a:rPr>
              <a:t>Alle vet </a:t>
            </a:r>
            <a:r>
              <a:rPr lang="en-US" sz="3000" dirty="0" err="1">
                <a:solidFill>
                  <a:schemeClr val="bg1"/>
                </a:solidFill>
                <a:cs typeface="Arial"/>
              </a:rPr>
              <a:t>selvfølgelig</a:t>
            </a:r>
            <a:r>
              <a:rPr lang="en-US" sz="3000" dirty="0">
                <a:solidFill>
                  <a:schemeClr val="bg1"/>
                </a:solidFill>
                <a:cs typeface="Arial"/>
              </a:rPr>
              <a:t> </a:t>
            </a:r>
            <a:r>
              <a:rPr lang="en-US" sz="3000" dirty="0" err="1">
                <a:solidFill>
                  <a:schemeClr val="bg1"/>
                </a:solidFill>
                <a:cs typeface="Arial"/>
              </a:rPr>
              <a:t>hva</a:t>
            </a:r>
            <a:r>
              <a:rPr lang="en-US" sz="3000" dirty="0">
                <a:solidFill>
                  <a:schemeClr val="bg1"/>
                </a:solidFill>
                <a:cs typeface="Arial"/>
              </a:rPr>
              <a:t> </a:t>
            </a:r>
            <a:r>
              <a:rPr lang="en-US" sz="3000" dirty="0" err="1">
                <a:solidFill>
                  <a:schemeClr val="bg1"/>
                </a:solidFill>
                <a:cs typeface="Arial"/>
              </a:rPr>
              <a:t>dette</a:t>
            </a:r>
            <a:r>
              <a:rPr lang="en-US" sz="3000" dirty="0">
                <a:solidFill>
                  <a:schemeClr val="bg1"/>
                </a:solidFill>
                <a:cs typeface="Arial"/>
              </a:rPr>
              <a:t> er :)</a:t>
            </a:r>
          </a:p>
        </p:txBody>
      </p:sp>
    </p:spTree>
    <p:extLst>
      <p:ext uri="{BB962C8B-B14F-4D97-AF65-F5344CB8AC3E}">
        <p14:creationId xmlns:p14="http://schemas.microsoft.com/office/powerpoint/2010/main" val="303967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DF5A-8275-54D0-1ACA-43880FC4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E88E9F-99FD-F4A8-F606-0771DD0899B8}"/>
              </a:ext>
            </a:extLst>
          </p:cNvPr>
          <p:cNvSpPr/>
          <p:nvPr/>
        </p:nvSpPr>
        <p:spPr>
          <a:xfrm flipH="1">
            <a:off x="513545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C22312-39B5-7F0A-A605-3DA7AF6D0454}"/>
              </a:ext>
            </a:extLst>
          </p:cNvPr>
          <p:cNvSpPr/>
          <p:nvPr/>
        </p:nvSpPr>
        <p:spPr>
          <a:xfrm flipH="1">
            <a:off x="110132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24DF5F-2EB2-A83E-C9AC-F047C2E5F121}"/>
              </a:ext>
            </a:extLst>
          </p:cNvPr>
          <p:cNvSpPr/>
          <p:nvPr/>
        </p:nvSpPr>
        <p:spPr>
          <a:xfrm flipH="1">
            <a:off x="210985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&gt;&lt;((0&gt;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864C1-D733-7D49-9C8A-9138C9042061}"/>
              </a:ext>
            </a:extLst>
          </p:cNvPr>
          <p:cNvSpPr/>
          <p:nvPr/>
        </p:nvSpPr>
        <p:spPr>
          <a:xfrm flipH="1">
            <a:off x="311839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A8C44B-A3CE-4FA1-FBD3-AE4386C10D8E}"/>
              </a:ext>
            </a:extLst>
          </p:cNvPr>
          <p:cNvSpPr/>
          <p:nvPr/>
        </p:nvSpPr>
        <p:spPr>
          <a:xfrm flipH="1">
            <a:off x="412692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$$$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135E2C-B5DD-44E2-5E7E-9F889061724E}"/>
              </a:ext>
            </a:extLst>
          </p:cNvPr>
          <p:cNvSpPr/>
          <p:nvPr/>
        </p:nvSpPr>
        <p:spPr>
          <a:xfrm flipH="1">
            <a:off x="614398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|o-o|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1A64A-C723-D289-726D-9C5D5CD0BEEF}"/>
              </a:ext>
            </a:extLst>
          </p:cNvPr>
          <p:cNvSpPr/>
          <p:nvPr/>
        </p:nvSpPr>
        <p:spPr>
          <a:xfrm flipH="1">
            <a:off x="715251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5F663-4E6F-130D-F030-2F2DD66FDCA0}"/>
              </a:ext>
            </a:extLst>
          </p:cNvPr>
          <p:cNvSpPr/>
          <p:nvPr/>
        </p:nvSpPr>
        <p:spPr>
          <a:xfrm flipH="1">
            <a:off x="816104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Melk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egg</a:t>
            </a:r>
            <a:br>
              <a:rPr lang="en-US" dirty="0">
                <a:cs typeface="Arial"/>
              </a:rPr>
            </a:br>
            <a:r>
              <a:rPr lang="en-US" dirty="0" err="1">
                <a:cs typeface="Arial"/>
              </a:rPr>
              <a:t>brød</a:t>
            </a:r>
            <a:endParaRPr lang="en-US" dirty="0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B82751-2496-433C-57DD-1BA3EE3114A6}"/>
              </a:ext>
            </a:extLst>
          </p:cNvPr>
          <p:cNvSpPr/>
          <p:nvPr/>
        </p:nvSpPr>
        <p:spPr>
          <a:xfrm flipH="1">
            <a:off x="916958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4573C2-3CAD-1372-6A41-1510213C1A35}"/>
              </a:ext>
            </a:extLst>
          </p:cNvPr>
          <p:cNvSpPr/>
          <p:nvPr/>
        </p:nvSpPr>
        <p:spPr>
          <a:xfrm flipH="1">
            <a:off x="1017811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cs typeface="Arial"/>
              </a:rPr>
              <a:t>Pwd</a:t>
            </a:r>
            <a:r>
              <a:rPr lang="en-US" dirty="0">
                <a:cs typeface="Arial"/>
              </a:rPr>
              <a:t>: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123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0C1116-9D54-36F0-F456-286209390A41}"/>
              </a:ext>
            </a:extLst>
          </p:cNvPr>
          <p:cNvSpPr/>
          <p:nvPr/>
        </p:nvSpPr>
        <p:spPr>
          <a:xfrm flipH="1">
            <a:off x="1118664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FFAF9-81E3-B809-0B5D-702C4031B73F}"/>
              </a:ext>
            </a:extLst>
          </p:cNvPr>
          <p:cNvSpPr/>
          <p:nvPr/>
        </p:nvSpPr>
        <p:spPr>
          <a:xfrm flipH="1">
            <a:off x="9279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987 12 452</a:t>
            </a:r>
          </a:p>
        </p:txBody>
      </p:sp>
    </p:spTree>
    <p:extLst>
      <p:ext uri="{BB962C8B-B14F-4D97-AF65-F5344CB8AC3E}">
        <p14:creationId xmlns:p14="http://schemas.microsoft.com/office/powerpoint/2010/main" val="105283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0E3A-6F59-E852-CD1C-939B71D4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656AAF-1D71-47F8-7863-7353765B59DD}"/>
              </a:ext>
            </a:extLst>
          </p:cNvPr>
          <p:cNvSpPr/>
          <p:nvPr/>
        </p:nvSpPr>
        <p:spPr>
          <a:xfrm flipH="1">
            <a:off x="86110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001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5501D0-1785-13CA-8D82-950BAB524527}"/>
              </a:ext>
            </a:extLst>
          </p:cNvPr>
          <p:cNvSpPr/>
          <p:nvPr/>
        </p:nvSpPr>
        <p:spPr>
          <a:xfrm flipH="1">
            <a:off x="5128768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006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9769E-B5BC-27AA-997E-B5C4DAB6E698}"/>
              </a:ext>
            </a:extLst>
          </p:cNvPr>
          <p:cNvSpPr/>
          <p:nvPr/>
        </p:nvSpPr>
        <p:spPr>
          <a:xfrm flipH="1">
            <a:off x="1094641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65FD43-4B5C-3616-6B07-FFB11E033F83}"/>
              </a:ext>
            </a:extLst>
          </p:cNvPr>
          <p:cNvSpPr/>
          <p:nvPr/>
        </p:nvSpPr>
        <p:spPr>
          <a:xfrm flipH="1">
            <a:off x="2103173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003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67014F-C201-1168-FEDC-1CB0FC70F9CE}"/>
              </a:ext>
            </a:extLst>
          </p:cNvPr>
          <p:cNvSpPr/>
          <p:nvPr/>
        </p:nvSpPr>
        <p:spPr>
          <a:xfrm flipH="1">
            <a:off x="3111705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004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BDF16A-4471-AF85-006E-000CE3B92A6A}"/>
              </a:ext>
            </a:extLst>
          </p:cNvPr>
          <p:cNvSpPr/>
          <p:nvPr/>
        </p:nvSpPr>
        <p:spPr>
          <a:xfrm flipH="1">
            <a:off x="4120236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005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A7E468-624F-7A47-3C31-27BD0735B69A}"/>
              </a:ext>
            </a:extLst>
          </p:cNvPr>
          <p:cNvSpPr/>
          <p:nvPr/>
        </p:nvSpPr>
        <p:spPr>
          <a:xfrm flipH="1">
            <a:off x="6137300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007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82774B-7593-D0E2-0A59-5BD52ED10814}"/>
              </a:ext>
            </a:extLst>
          </p:cNvPr>
          <p:cNvSpPr/>
          <p:nvPr/>
        </p:nvSpPr>
        <p:spPr>
          <a:xfrm flipH="1">
            <a:off x="7145831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008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A66661-1E83-12EC-5A04-780D168057C1}"/>
              </a:ext>
            </a:extLst>
          </p:cNvPr>
          <p:cNvSpPr/>
          <p:nvPr/>
        </p:nvSpPr>
        <p:spPr>
          <a:xfrm flipH="1">
            <a:off x="8154363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009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E40F84-2727-5E0E-58E0-85E0913B10C9}"/>
              </a:ext>
            </a:extLst>
          </p:cNvPr>
          <p:cNvSpPr/>
          <p:nvPr/>
        </p:nvSpPr>
        <p:spPr>
          <a:xfrm flipH="1">
            <a:off x="9162895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010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0EEE60-F621-9464-092C-DB64A4B56177}"/>
              </a:ext>
            </a:extLst>
          </p:cNvPr>
          <p:cNvSpPr/>
          <p:nvPr/>
        </p:nvSpPr>
        <p:spPr>
          <a:xfrm flipH="1">
            <a:off x="10171426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011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E7246A-6CBF-CA50-9016-C93FA3490D9A}"/>
              </a:ext>
            </a:extLst>
          </p:cNvPr>
          <p:cNvSpPr/>
          <p:nvPr/>
        </p:nvSpPr>
        <p:spPr>
          <a:xfrm flipH="1">
            <a:off x="11179958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012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841C58-E235-764B-9733-8683FE5FC8BE}"/>
              </a:ext>
            </a:extLst>
          </p:cNvPr>
          <p:cNvSpPr/>
          <p:nvPr/>
        </p:nvSpPr>
        <p:spPr>
          <a:xfrm flipH="1">
            <a:off x="513545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2C09A-21BE-36E5-FD11-3FA36B1BFF1A}"/>
              </a:ext>
            </a:extLst>
          </p:cNvPr>
          <p:cNvSpPr/>
          <p:nvPr/>
        </p:nvSpPr>
        <p:spPr>
          <a:xfrm flipH="1">
            <a:off x="110132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89583-07A0-336C-4B41-46313C7F8DC8}"/>
              </a:ext>
            </a:extLst>
          </p:cNvPr>
          <p:cNvSpPr/>
          <p:nvPr/>
        </p:nvSpPr>
        <p:spPr>
          <a:xfrm flipH="1">
            <a:off x="210985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&gt;&lt;((0&gt;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820FED-9778-892F-52B7-9255C151A07F}"/>
              </a:ext>
            </a:extLst>
          </p:cNvPr>
          <p:cNvSpPr/>
          <p:nvPr/>
        </p:nvSpPr>
        <p:spPr>
          <a:xfrm flipH="1">
            <a:off x="311839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A4D105-8DAE-DF8B-F190-E48884AF400D}"/>
              </a:ext>
            </a:extLst>
          </p:cNvPr>
          <p:cNvSpPr/>
          <p:nvPr/>
        </p:nvSpPr>
        <p:spPr>
          <a:xfrm flipH="1">
            <a:off x="412692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$$$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E71CBD-1175-CA4E-3101-2154C4F99699}"/>
              </a:ext>
            </a:extLst>
          </p:cNvPr>
          <p:cNvSpPr/>
          <p:nvPr/>
        </p:nvSpPr>
        <p:spPr>
          <a:xfrm flipH="1">
            <a:off x="614398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|o-o|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B3A95-E689-B80A-00B2-36E4BF377604}"/>
              </a:ext>
            </a:extLst>
          </p:cNvPr>
          <p:cNvSpPr/>
          <p:nvPr/>
        </p:nvSpPr>
        <p:spPr>
          <a:xfrm flipH="1">
            <a:off x="715251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2E8817-5E25-6668-5570-94F1A9BEE434}"/>
              </a:ext>
            </a:extLst>
          </p:cNvPr>
          <p:cNvSpPr/>
          <p:nvPr/>
        </p:nvSpPr>
        <p:spPr>
          <a:xfrm flipH="1">
            <a:off x="816104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Melk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egg</a:t>
            </a:r>
            <a:br>
              <a:rPr lang="en-US" dirty="0">
                <a:cs typeface="Arial"/>
              </a:rPr>
            </a:br>
            <a:r>
              <a:rPr lang="en-US" dirty="0" err="1">
                <a:cs typeface="Arial"/>
              </a:rPr>
              <a:t>brød</a:t>
            </a:r>
            <a:endParaRPr lang="en-US" dirty="0" err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C8F5B1-CDE1-8F1B-7F6F-7A23C3AB08A7}"/>
              </a:ext>
            </a:extLst>
          </p:cNvPr>
          <p:cNvSpPr/>
          <p:nvPr/>
        </p:nvSpPr>
        <p:spPr>
          <a:xfrm flipH="1">
            <a:off x="916958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B5B671-AF1A-D723-3732-419C5B40F88A}"/>
              </a:ext>
            </a:extLst>
          </p:cNvPr>
          <p:cNvSpPr/>
          <p:nvPr/>
        </p:nvSpPr>
        <p:spPr>
          <a:xfrm flipH="1">
            <a:off x="1017811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cs typeface="Arial"/>
              </a:rPr>
              <a:t>Pwd</a:t>
            </a:r>
            <a:r>
              <a:rPr lang="en-US" dirty="0">
                <a:cs typeface="Arial"/>
              </a:rPr>
              <a:t>: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123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05CA2D-DB30-C96B-7506-9127EF0482F7}"/>
              </a:ext>
            </a:extLst>
          </p:cNvPr>
          <p:cNvSpPr/>
          <p:nvPr/>
        </p:nvSpPr>
        <p:spPr>
          <a:xfrm flipH="1">
            <a:off x="1118664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82B67B-5C64-B586-CF88-FF89B7285375}"/>
              </a:ext>
            </a:extLst>
          </p:cNvPr>
          <p:cNvSpPr/>
          <p:nvPr/>
        </p:nvSpPr>
        <p:spPr>
          <a:xfrm flipH="1">
            <a:off x="9279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987 12 452</a:t>
            </a:r>
          </a:p>
        </p:txBody>
      </p:sp>
    </p:spTree>
    <p:extLst>
      <p:ext uri="{BB962C8B-B14F-4D97-AF65-F5344CB8AC3E}">
        <p14:creationId xmlns:p14="http://schemas.microsoft.com/office/powerpoint/2010/main" val="57044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01C4-24B5-2CE1-2E09-81B45C64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FC50545-2C9A-B4F0-0FE8-B6A542F94CDF}"/>
              </a:ext>
            </a:extLst>
          </p:cNvPr>
          <p:cNvSpPr/>
          <p:nvPr/>
        </p:nvSpPr>
        <p:spPr>
          <a:xfrm flipH="1">
            <a:off x="86110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001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29882E-D1BD-EB59-7878-33EA72BD4319}"/>
              </a:ext>
            </a:extLst>
          </p:cNvPr>
          <p:cNvSpPr/>
          <p:nvPr/>
        </p:nvSpPr>
        <p:spPr>
          <a:xfrm flipH="1">
            <a:off x="5128768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006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7AC75A-A019-10B0-C3DC-C9A137BE2DE8}"/>
              </a:ext>
            </a:extLst>
          </p:cNvPr>
          <p:cNvSpPr/>
          <p:nvPr/>
        </p:nvSpPr>
        <p:spPr>
          <a:xfrm flipH="1">
            <a:off x="1094641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9C74E1-2DFF-4FB5-015A-D47F132F9D27}"/>
              </a:ext>
            </a:extLst>
          </p:cNvPr>
          <p:cNvSpPr/>
          <p:nvPr/>
        </p:nvSpPr>
        <p:spPr>
          <a:xfrm flipH="1">
            <a:off x="2103173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003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A2D84E-2F53-41AA-CFBE-1144BD5C933D}"/>
              </a:ext>
            </a:extLst>
          </p:cNvPr>
          <p:cNvSpPr/>
          <p:nvPr/>
        </p:nvSpPr>
        <p:spPr>
          <a:xfrm flipH="1">
            <a:off x="3111705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004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3AD033-E067-58D6-98AF-C1DD799B9423}"/>
              </a:ext>
            </a:extLst>
          </p:cNvPr>
          <p:cNvSpPr/>
          <p:nvPr/>
        </p:nvSpPr>
        <p:spPr>
          <a:xfrm flipH="1">
            <a:off x="4128173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005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673F41-7466-A022-6DCD-EB2EA9FA6D10}"/>
              </a:ext>
            </a:extLst>
          </p:cNvPr>
          <p:cNvSpPr/>
          <p:nvPr/>
        </p:nvSpPr>
        <p:spPr>
          <a:xfrm flipH="1">
            <a:off x="6137300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007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967A3C-BB9D-98E8-1281-6EDCD1A839F4}"/>
              </a:ext>
            </a:extLst>
          </p:cNvPr>
          <p:cNvSpPr/>
          <p:nvPr/>
        </p:nvSpPr>
        <p:spPr>
          <a:xfrm flipH="1">
            <a:off x="7145831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008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1FD341-4FD6-ECA6-A02C-06093FF29A6D}"/>
              </a:ext>
            </a:extLst>
          </p:cNvPr>
          <p:cNvSpPr/>
          <p:nvPr/>
        </p:nvSpPr>
        <p:spPr>
          <a:xfrm flipH="1">
            <a:off x="8154363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009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94245C-B26A-C7FE-5090-552E48292037}"/>
              </a:ext>
            </a:extLst>
          </p:cNvPr>
          <p:cNvSpPr/>
          <p:nvPr/>
        </p:nvSpPr>
        <p:spPr>
          <a:xfrm flipH="1">
            <a:off x="9162895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010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FDE8C1-B220-3112-EE76-FD4F12A1721E}"/>
              </a:ext>
            </a:extLst>
          </p:cNvPr>
          <p:cNvSpPr/>
          <p:nvPr/>
        </p:nvSpPr>
        <p:spPr>
          <a:xfrm flipH="1">
            <a:off x="10171426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011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CB1B71-479D-BF8A-0E3D-EC5D55AA07E6}"/>
              </a:ext>
            </a:extLst>
          </p:cNvPr>
          <p:cNvSpPr/>
          <p:nvPr/>
        </p:nvSpPr>
        <p:spPr>
          <a:xfrm flipH="1">
            <a:off x="11179958" y="2020584"/>
            <a:ext cx="915431" cy="9148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012</a:t>
            </a:r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4319F42-168B-F3FA-219D-4209434235A8}"/>
              </a:ext>
            </a:extLst>
          </p:cNvPr>
          <p:cNvSpPr/>
          <p:nvPr/>
        </p:nvSpPr>
        <p:spPr>
          <a:xfrm rot="7500000">
            <a:off x="2587135" y="1238544"/>
            <a:ext cx="1104790" cy="483916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390B4B5-2A17-FAA6-8516-AEA1616E3138}"/>
              </a:ext>
            </a:extLst>
          </p:cNvPr>
          <p:cNvSpPr/>
          <p:nvPr/>
        </p:nvSpPr>
        <p:spPr>
          <a:xfrm rot="15060000">
            <a:off x="2169623" y="4277019"/>
            <a:ext cx="1104790" cy="483916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844DC-DFC9-3764-64BF-348B358BA80A}"/>
              </a:ext>
            </a:extLst>
          </p:cNvPr>
          <p:cNvSpPr txBox="1"/>
          <p:nvPr/>
        </p:nvSpPr>
        <p:spPr>
          <a:xfrm>
            <a:off x="3463059" y="524345"/>
            <a:ext cx="18534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solidFill>
                  <a:schemeClr val="bg1"/>
                </a:solidFill>
                <a:cs typeface="Arial"/>
              </a:rPr>
              <a:t>Adresse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A8AFC7-D2A8-75E2-8D80-F5A08C9146DC}"/>
              </a:ext>
            </a:extLst>
          </p:cNvPr>
          <p:cNvSpPr txBox="1"/>
          <p:nvPr/>
        </p:nvSpPr>
        <p:spPr>
          <a:xfrm>
            <a:off x="2886795" y="5118569"/>
            <a:ext cx="18534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cs typeface="Arial"/>
              </a:rPr>
              <a:t>Verdi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16D98C-88EA-5068-B1C7-A8D00D9857CF}"/>
              </a:ext>
            </a:extLst>
          </p:cNvPr>
          <p:cNvSpPr/>
          <p:nvPr/>
        </p:nvSpPr>
        <p:spPr>
          <a:xfrm flipH="1">
            <a:off x="513545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B22D3-826B-232B-BF2B-8ABC2603B46A}"/>
              </a:ext>
            </a:extLst>
          </p:cNvPr>
          <p:cNvSpPr/>
          <p:nvPr/>
        </p:nvSpPr>
        <p:spPr>
          <a:xfrm flipH="1">
            <a:off x="110132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AA07D6-60CE-A6B1-4388-178692773025}"/>
              </a:ext>
            </a:extLst>
          </p:cNvPr>
          <p:cNvSpPr/>
          <p:nvPr/>
        </p:nvSpPr>
        <p:spPr>
          <a:xfrm flipH="1">
            <a:off x="210985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&gt;&lt;((0&gt;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413B6C-B1E6-6609-1E48-A834F44E1D5C}"/>
              </a:ext>
            </a:extLst>
          </p:cNvPr>
          <p:cNvSpPr/>
          <p:nvPr/>
        </p:nvSpPr>
        <p:spPr>
          <a:xfrm flipH="1">
            <a:off x="311839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AE4CF2-7CA6-8B48-3432-E0185F046CF7}"/>
              </a:ext>
            </a:extLst>
          </p:cNvPr>
          <p:cNvSpPr/>
          <p:nvPr/>
        </p:nvSpPr>
        <p:spPr>
          <a:xfrm flipH="1">
            <a:off x="412692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$$$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D4E3D5-02FA-80A9-D7DD-B1493D8BD393}"/>
              </a:ext>
            </a:extLst>
          </p:cNvPr>
          <p:cNvSpPr/>
          <p:nvPr/>
        </p:nvSpPr>
        <p:spPr>
          <a:xfrm flipH="1">
            <a:off x="614398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|o-o|</a:t>
            </a:r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EB0E05-0ED4-0F66-69DC-9F385F24659A}"/>
              </a:ext>
            </a:extLst>
          </p:cNvPr>
          <p:cNvSpPr/>
          <p:nvPr/>
        </p:nvSpPr>
        <p:spPr>
          <a:xfrm flipH="1">
            <a:off x="7152516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717F1AD-654C-B45B-369A-D9A273C3708E}"/>
              </a:ext>
            </a:extLst>
          </p:cNvPr>
          <p:cNvSpPr/>
          <p:nvPr/>
        </p:nvSpPr>
        <p:spPr>
          <a:xfrm flipH="1">
            <a:off x="8161048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Melk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egg</a:t>
            </a:r>
            <a:br>
              <a:rPr lang="en-US" dirty="0">
                <a:cs typeface="Arial"/>
              </a:rPr>
            </a:br>
            <a:r>
              <a:rPr lang="en-US" dirty="0" err="1">
                <a:cs typeface="Arial"/>
              </a:rPr>
              <a:t>brød</a:t>
            </a:r>
            <a:endParaRPr lang="en-US" dirty="0" err="1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D4B187-1249-AC0D-F8BD-F6ECAAC2E16D}"/>
              </a:ext>
            </a:extLst>
          </p:cNvPr>
          <p:cNvSpPr/>
          <p:nvPr/>
        </p:nvSpPr>
        <p:spPr>
          <a:xfrm flipH="1">
            <a:off x="9169580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9799AB-8473-EC0C-F26A-7030EE8DBF13}"/>
              </a:ext>
            </a:extLst>
          </p:cNvPr>
          <p:cNvSpPr/>
          <p:nvPr/>
        </p:nvSpPr>
        <p:spPr>
          <a:xfrm flipH="1">
            <a:off x="10178111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cs typeface="Arial"/>
              </a:rPr>
              <a:t>Pwd</a:t>
            </a:r>
            <a:r>
              <a:rPr lang="en-US" dirty="0">
                <a:cs typeface="Arial"/>
              </a:rPr>
              <a:t>: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123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AA52F0-9D82-B091-7C4E-2BADB240AEEB}"/>
              </a:ext>
            </a:extLst>
          </p:cNvPr>
          <p:cNvSpPr/>
          <p:nvPr/>
        </p:nvSpPr>
        <p:spPr>
          <a:xfrm flipH="1">
            <a:off x="11186643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C484D2-BBFE-522D-F65A-FFB567B8D06E}"/>
              </a:ext>
            </a:extLst>
          </p:cNvPr>
          <p:cNvSpPr/>
          <p:nvPr/>
        </p:nvSpPr>
        <p:spPr>
          <a:xfrm flipH="1">
            <a:off x="92795" y="2969742"/>
            <a:ext cx="915431" cy="914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987 12 452</a:t>
            </a:r>
          </a:p>
        </p:txBody>
      </p:sp>
    </p:spTree>
    <p:extLst>
      <p:ext uri="{BB962C8B-B14F-4D97-AF65-F5344CB8AC3E}">
        <p14:creationId xmlns:p14="http://schemas.microsoft.com/office/powerpoint/2010/main" val="136853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6B062-BF4E-3BDB-C91D-3FED90F9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Von Neumann Architecture - Computer Science GCSE GURU">
            <a:extLst>
              <a:ext uri="{FF2B5EF4-FFF2-40B4-BE49-F238E27FC236}">
                <a16:creationId xmlns:a16="http://schemas.microsoft.com/office/drawing/2014/main" id="{4C0EA08C-A3BC-FE68-BF29-6A161AAD2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41" y="171718"/>
            <a:ext cx="9316790" cy="651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13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9DEA-59B9-AB06-AB6D-8EAF1078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Von Neumann Architecture - Computer Science GCSE GURU">
            <a:extLst>
              <a:ext uri="{FF2B5EF4-FFF2-40B4-BE49-F238E27FC236}">
                <a16:creationId xmlns:a16="http://schemas.microsoft.com/office/drawing/2014/main" id="{54A1778B-033E-E0CC-1F3C-4655EA412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41" y="171718"/>
            <a:ext cx="9316790" cy="6519069"/>
          </a:xfrm>
          <a:prstGeom prst="rect">
            <a:avLst/>
          </a:prstGeom>
        </p:spPr>
      </p:pic>
      <p:pic>
        <p:nvPicPr>
          <p:cNvPr id="2" name="Picture 1" descr="CPU 1.60 Ghz 1.80 Ghz – Softwareg.com.au">
            <a:extLst>
              <a:ext uri="{FF2B5EF4-FFF2-40B4-BE49-F238E27FC236}">
                <a16:creationId xmlns:a16="http://schemas.microsoft.com/office/drawing/2014/main" id="{16D22612-1DA6-8EBE-6F08-5813928C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07" y="1190625"/>
            <a:ext cx="3502678" cy="3614208"/>
          </a:xfrm>
          <a:prstGeom prst="rect">
            <a:avLst/>
          </a:prstGeom>
        </p:spPr>
      </p:pic>
      <p:pic>
        <p:nvPicPr>
          <p:cNvPr id="4" name="Picture 3" descr="How do I tell how many GB a RAM stick ...">
            <a:extLst>
              <a:ext uri="{FF2B5EF4-FFF2-40B4-BE49-F238E27FC236}">
                <a16:creationId xmlns:a16="http://schemas.microsoft.com/office/drawing/2014/main" id="{DD43333A-2D24-C2C9-24F5-33E8C47DD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50" y="5228167"/>
            <a:ext cx="3695700" cy="1238250"/>
          </a:xfrm>
          <a:prstGeom prst="rect">
            <a:avLst/>
          </a:prstGeom>
        </p:spPr>
      </p:pic>
      <p:pic>
        <p:nvPicPr>
          <p:cNvPr id="5" name="Picture 4" descr="Kjøp Razer Huntsman Mini Analog Gaming Keyboard på Ubuy Norway">
            <a:extLst>
              <a:ext uri="{FF2B5EF4-FFF2-40B4-BE49-F238E27FC236}">
                <a16:creationId xmlns:a16="http://schemas.microsoft.com/office/drawing/2014/main" id="{51619AF1-16E5-CC83-AB12-09C191090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58" y="2391834"/>
            <a:ext cx="3695700" cy="1725083"/>
          </a:xfrm>
          <a:prstGeom prst="rect">
            <a:avLst/>
          </a:prstGeom>
        </p:spPr>
      </p:pic>
      <p:pic>
        <p:nvPicPr>
          <p:cNvPr id="6" name="Picture 5" descr="The 8 Best Monitors for 2025 | Reviews by Wirecutter">
            <a:extLst>
              <a:ext uri="{FF2B5EF4-FFF2-40B4-BE49-F238E27FC236}">
                <a16:creationId xmlns:a16="http://schemas.microsoft.com/office/drawing/2014/main" id="{31DCBF3B-25AE-9269-C37B-41580DE2E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750" y="2238121"/>
            <a:ext cx="3608917" cy="203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2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F012-B57E-15CA-B5ED-6AC19639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98ED8-712B-6A0A-36BF-97680AB6C092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33C1E-B39C-608C-294F-62F8A935C8CF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og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scope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Referanse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+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/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free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3EA3B6F0-544E-16A0-DF6C-B975261550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058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F8833-80D1-C5D5-F7BC-E575A815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CE39A6-FF75-18A4-A9C7-673CD34EF4A2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31B92-6F67-E5E3-8914-FB8EA3811D65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329963-5D7F-145C-7482-2465A9E4D067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3F95ED-CD31-DDF5-B26C-D91497B53478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F0243-0780-BEDD-2719-7463847FC2DD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89312-8C66-C022-D5D0-3593468EB605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696309-2E9C-730C-27A8-841C1D44E5E4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0B7D89-B037-E80F-665C-54390C151252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660298-49C1-AEDA-34F8-B303354A22CF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2E1945-21CC-7984-1310-80B22FCACE5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7DF8C6-B297-34D9-EA3D-05347FE371C8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98C269-37A5-0EFE-5A0A-5092917F420C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032E6F-0106-79C7-3232-C60263D00B7B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1553A8-BFFE-47D4-8E34-3093585CA97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8507E8-D0F1-3581-2DAD-A675595BB96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AEDD84-96C9-3792-F7F0-6AC3033B853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4E1747-0BFC-5E91-7A04-2C567E6E2F43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3E96CE-571A-9B45-356D-C8CAFBBA3EDA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5AF441-9D4E-E81D-FB0C-4F4D28806461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33E9A9-E74E-839B-7070-13A5B5665725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7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E46F-AB9C-535A-7081-C7760288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DDCD-A76C-8D29-47E3-3E15971C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 err="1">
                <a:cs typeface="Arial"/>
              </a:rPr>
              <a:t>Variabler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Nanvgitte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adresser</a:t>
            </a: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BA670-879A-CAB7-DBA2-99FF68A03C1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2EC57-CF1F-E7B7-3D00-17A8DB5F220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24815-0EEA-D582-DEC8-C73BF106A249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E0231F-46EA-A0E5-2F05-8FD3E31AA57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C42FA-C191-83C5-3EB3-292F0390FAB9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E54441-48C1-C5F2-AFEC-376E81E9A442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37714B-9EFD-11D2-AB33-5E85D24E84BA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C5D1A5-06DB-8D1B-E6F1-0B43FAD989F8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90A658-5A9A-4DE8-AF5C-17CD8C4DF3C6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A010E-EA30-7CB6-BA76-DB2D4AF8268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8E7C8-F7F2-6AA4-A9A4-B111E1F96BCC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C52EE-A7FE-9C93-A0EF-A598A0A37B71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0026DD-547C-5228-9B36-76DE5864D379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E054DC-28E2-998F-7003-5BEC9142798B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FA5FE9-4B41-8346-9FE6-1DCF2C6426E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CA29D-9C30-DA2C-C858-30ABA57ABE20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E431C8-44A3-6710-3D76-F658D87F7488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7F8DD0-DA00-0479-C5B1-0BB3E2D361A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AE5A1C-7DC2-E5F8-379F-90EB19B5358E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8A8247-7157-1F84-B924-F8C4F29364DA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79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0C50-2C76-395F-1858-37E608C1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0AF6-8A20-E24D-46C2-0FE85F2D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 err="1">
                <a:cs typeface="Arial"/>
              </a:rPr>
              <a:t>Variabler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Nanvgitte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4CF7D-7E93-F2E3-F2CD-47AC7FBC0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82562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1D6DD-8C67-53F6-762A-7A74675EBD91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24D05-03C1-1C4F-BEF9-FD12B1CB3A45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9CA9E-B717-85CC-79F2-53F9D45853F4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92BFD-F0C8-86A1-FD16-74CA867B778B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90B85F-681E-00B5-5F3D-E333412E27DB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49B52-5A34-DBE3-C9F0-B73224EBC013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4BFA6-64E6-A6C6-0FAD-5BB03CD445BE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39447-4759-7498-EBFD-32DEDD73278D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C54C5-53E4-5648-DE3F-DD96C1A12E34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14CA67-4F7C-7EF1-2B3E-1579A93D7B99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06ED2-1DDC-031B-1AD1-1B98FBF69492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55297-77EC-7AE3-4C5F-AFB5830F99ED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B3EC04-8B87-24ED-9453-99329F604527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CAFC5-DD92-74AE-B6AC-3F965CAF740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189169-10CA-A83D-E6EB-A65B43026907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21A378-B61B-E7AE-A402-2D100181120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9BB36D-1520-2F15-D379-0D8191AD53F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49EB7E-9A44-B755-D827-E3BA3B37DD65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E6880A-65E3-CE58-8279-F5C598D24DCE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311591-C1D7-415A-CA66-FD4ABED55D5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83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ED05-3744-96C2-A6E9-110925E4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0A83-A34F-D75F-CA3F-71E5F9BC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 err="1">
                <a:cs typeface="Arial"/>
              </a:rPr>
              <a:t>Variabler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Nanvgitte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6759-B2ED-BB91-78DD-EB7F1189A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82562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97C70-9AE3-51E8-A47F-564D813A1382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CD3D3F-4949-9DBB-A074-A2CF80DF0E9C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BF8B5-A416-0AF2-0CBA-4933D636B716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591BB-6D57-831E-06CC-FABE761DB7D5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FC62C-C7E4-30F0-AC9A-1807CE4B26A8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E83299-3AB5-18FC-5A20-77B0CB8563BF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E76443-A731-B9EF-DACC-04881DE971C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96E3F5-1175-43C5-A0D6-E317F49E172D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C1E2E7-9477-D04E-3A06-AD4DEDB7B866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BBD18-7845-288C-E6E8-F0BDE447E47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C7960-97C4-498C-6FBD-25FD7AC2C19F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AB26DE-BDFF-EFBE-840B-9FC8659E57AF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3B11C-9A67-EDEB-C877-42E348FE202D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80194-6E0C-7AD4-F9E9-BB422C8BB04D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999687-64B4-1F5B-18B4-0E7EC7F3AB20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0C57B-3998-9093-C01A-B4D853011C5C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9412F2-0C39-70D1-6C23-3FF6BE9F1C03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566028-215F-B4E6-F71C-DA764B63FD9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3F82C3-48D8-1AF9-F9EC-6A31229F93C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AD5A33-1FC0-B97A-DEDA-9B89015DC2E8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DF6A872-70C2-502E-6ADC-CE73C6E5B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051388"/>
              </p:ext>
            </p:extLst>
          </p:nvPr>
        </p:nvGraphicFramePr>
        <p:xfrm>
          <a:off x="3446780" y="5503926"/>
          <a:ext cx="81686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95242482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5441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5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24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000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CCBDA-ADE7-2059-543B-A286D007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2A5A-E109-371F-C168-B7BC965E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 err="1">
                <a:cs typeface="Arial"/>
              </a:rPr>
              <a:t>Variabler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Nanvgitte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A194-DD4E-B2F6-5C97-15C398303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82562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9253B0-F4A6-8421-8991-78B3DA522CF6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C49AD4-7D07-0A33-CF9F-CBE0180199A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2D8C2-480C-F0FE-25DA-BD26D57FCC54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6B2CC-76FB-9037-9D6C-07294D6F5EF9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C79ED-76FA-0163-5766-62F7EF005096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A4AD62-709F-F0DD-C07E-4B94BF7DC8C8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4752F-5CE5-A825-0217-AA06F0BFACE7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97F9D-B1FA-3ED8-918F-FC1B47B0E3E1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4AA5E3-A396-415D-4FFA-52B5E80405F7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56EDA-77EA-C8D5-4683-5DCBDA5E1342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02411A-0F74-7BA3-3ECC-586EF510030A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9F8C2-0F5B-9076-EB3E-4B03BF31E530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EBFC7E-21FC-8B95-C8B0-CD0905C6D229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1207E-B3CB-F703-1A96-9E988207DA24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C08B17-C94D-4D1E-3332-35B826DDDBF4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66F420-F061-DCB7-A357-439A7D159E08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66901D-99B3-EAE2-EDFF-1FF7E69CBD26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F8FD10-2552-DC2F-6EFA-080CC2DF2C82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166B1-F5D3-A8CC-284B-05523089F10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55D1B9-EA75-25AD-811F-8060C18BD12C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3067141-4F3A-23A4-A902-6384992B4728}"/>
              </a:ext>
            </a:extLst>
          </p:cNvPr>
          <p:cNvGraphicFramePr>
            <a:graphicFrameLocks noGrp="1"/>
          </p:cNvGraphicFramePr>
          <p:nvPr/>
        </p:nvGraphicFramePr>
        <p:xfrm>
          <a:off x="3446780" y="5503926"/>
          <a:ext cx="81686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95242482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5441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5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24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27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D7891-E56A-D690-4157-46F6538E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82EE-9579-6CD6-A935-99A346EA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 err="1">
                <a:cs typeface="Arial"/>
              </a:rPr>
              <a:t>Variabler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Nanvgitte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E16B-53C1-BDED-9BE1-4CE94656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82562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E9241-C62C-FECB-404C-9D45986AFA28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3DDDEB-E4E0-E3E6-65EB-648719E3ED19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0ADF4-81C3-A8F4-A810-73224FE1C7FE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81E2F-0767-A9D8-BD15-E17FE5B606F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CB20BA-5607-559C-7ACB-48B1F96C8A16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3A0DE2-6E9E-F9E3-311E-A3BAAF711E10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55D4A-B589-A44B-F7F9-D96DF8BB4B76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E517A7-5061-C01E-E51E-67B0AD28898C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9BCC4D-45C9-05DE-18D3-598A67D2EBA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2A338C-6475-E716-F5F5-81B6D5A1FCA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5C9001-2C62-E4E7-495F-C3030456BA4C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EC22B-51E5-CC33-73FD-EBFF320DAD2E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84BA5F-AA94-AFFF-9650-5D2E40518964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3BF10C-3ABE-0ACF-C037-AB25FA267D9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382940-BBF5-69B4-53F2-A1C6FCF93DA9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3A86B1-9432-937C-4AD2-9BC8615F362B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A8DF96-67CF-6ADB-9277-3D928F39772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B0CF2F-5EB9-C761-C87E-97755BF3E9A0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75D40D-A949-E39A-BF9E-7BE80722872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D2EA94-9CEA-CEA1-F842-A49884B87D78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B2D9A1F-0BCB-2734-DAEA-B60D049C1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651179"/>
              </p:ext>
            </p:extLst>
          </p:nvPr>
        </p:nvGraphicFramePr>
        <p:xfrm>
          <a:off x="3446780" y="5503926"/>
          <a:ext cx="81686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95242482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5441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5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antall_vafler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24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152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91A1C-BC3A-09CA-D3B3-DBE2F79E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3E7565-3796-5FD7-5E0F-2F5EB3749618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47BFE-09D5-AC94-476F-F8DFC38C1DEE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 og </a:t>
            </a:r>
            <a:r>
              <a:rPr lang="nb-NO" sz="280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scope</a:t>
            </a:r>
            <a:endParaRPr lang="nb-NO" sz="2800">
              <a:solidFill>
                <a:schemeClr val="bg1"/>
              </a:solidFill>
              <a:highlight>
                <a:srgbClr val="008000"/>
              </a:highlight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Referanse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+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/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free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BAF8F7C5-1D6D-E5B1-C590-5CA8C4720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1048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CDF1-A558-B0A4-54DF-92CE5593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2E7B-1744-28CE-0A78-E90BE8B5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>
                <a:cs typeface="Arial"/>
              </a:rPr>
              <a:t>Scope </a:t>
            </a:r>
            <a:r>
              <a:rPr lang="en-US" dirty="0" err="1">
                <a:cs typeface="Arial"/>
              </a:rPr>
              <a:t>og</a:t>
            </a:r>
            <a:r>
              <a:rPr lang="en-US" dirty="0">
                <a:cs typeface="Arial"/>
              </a:rPr>
              <a:t> stack 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01D6-4250-57B4-8599-6979C33A8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82562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46D64-F0C7-9FDC-015F-1DE61A29B281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7AFCA4-A241-FFB6-6D59-F1B4C3FAC4B6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572F11-C7E1-28B6-6209-AF2176D45A11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DC69D2-2958-48CC-E855-B9518243E0B8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11A66-D6E0-E877-2B32-AD860464B78C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554F3D-A35C-1111-5D27-C1E953165838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20A72-D88C-A876-51DA-B8BABADAAD1B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5ACB3-D9CD-A5D4-0D72-1C9E0BE5F149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A17B7E-04CA-370A-B48E-9C2D530504E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5DEC5-797A-62A1-854B-DA99B48B335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2E3945-620F-9617-C724-8BB96C840AEB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90850-385E-EB44-EFEB-BEF8D16B9D66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D025A3-2A88-9DAE-BD15-518904B7A206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3E05C8-192A-29E8-6DC8-C94DEE3FC6FB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603279-2459-1D67-BE89-4900DC7276B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6312A-E9FA-3FDE-A8B8-B955339BC15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F9C4F-A99B-359B-0630-36FFA40BBBF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771A79-6ACB-4520-6EE1-AB48ACC6AE0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0F7AF9-D271-A994-767F-2D0A62931D52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17FCD3-96BF-3DB6-2F9D-0C8D24793B12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08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255A7-7A73-D48B-4160-CBECCAD2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D7AF-A0FB-A3C9-6F69-870321DA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  int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elever_mandag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E1D8C-5EF3-F233-2351-14BFC7098036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A1E9C-A0B0-DE42-DEFF-BD69A34D54EE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3CF99-3822-63DD-52CC-3EBC143849A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CE6515-A7A6-14C2-A434-3AAC0210C87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EBDC7-2E5D-87A4-84C2-F3BD6F1FF67E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BFDC8-8649-82BE-A2E9-6D02ED5C0A38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B12E77-6508-304D-035E-E34B18F1B207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6A0E2C-FD5D-0177-56C1-507F85A74643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C30A58-F2C2-48C0-2B27-869D02145FAB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5331B-D5FC-7FEF-2CED-10D1396E4CB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A6DDA-2950-E033-A5FB-E6180AAE060D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87CDB-7C2D-1311-24D4-FD1B9179554B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3AE1BA-C248-4BF3-9AD4-8553FBEE9DA4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087253-26B8-EEA5-130C-0E46649E6C09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960EC0-9E86-0D22-9A49-5A74E1E601E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9674ED-A991-ED42-0FFB-417D6AFE2FC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793DF1-0CA9-3386-96B3-B446AC9E9028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F96271-8655-AE2A-B473-304E3CEC7E0E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0B5F15-1B42-3834-466F-F8D7AE34B5C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62D062-A467-96B3-A780-B73C5F0D76EF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B76BEE7-8311-080B-2891-26F6BA2BEF32}"/>
              </a:ext>
            </a:extLst>
          </p:cNvPr>
          <p:cNvGraphicFramePr>
            <a:graphicFrameLocks noGrp="1"/>
          </p:cNvGraphicFramePr>
          <p:nvPr/>
        </p:nvGraphicFramePr>
        <p:xfrm>
          <a:off x="8769350" y="2025650"/>
          <a:ext cx="317676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095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A60E-B814-3B3E-7CE7-2B902A6D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4D02-DA35-6917-8FA0-66AB569A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  int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elever_onsdag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C8E427-EA54-6D29-8304-2FFD85830BDC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1825A-3557-9910-5D9A-CB9E9507D30D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CC4BC3-E763-4600-D3BC-6D16718F060A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9E6653-3482-5EC8-5DF0-26D8EBED1739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6941-7853-2B91-54A1-5B5D9A21FD79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495883-05FD-6B09-CD3E-5AD1CFBFEF76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4885B9-65B7-E711-A0F1-0492549114C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20577A-DDF3-9680-6B8D-5F0F353F6E82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545D65-C55A-A66F-459A-06CA3FF7830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59E4E4-9927-FD12-6C81-0496C94677E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AFB54-91B6-E9AC-28F9-4F6ED2910A2A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84753-CE95-86B5-07FC-C0DE0758F580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AE34CC-1752-5701-90A3-F235D441B753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AAB112-925C-E937-502F-634C4B935847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C32061-67E9-EF9B-9EE6-DE346A15D5F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B99EDD-B936-D033-3BB7-0A7678AEE57A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0610B4-EB8F-A54F-1F52-A106E46B4983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2FB01E-8935-84D6-6DA9-A2DFCBD8FAC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83EC7D-BC55-3D1D-A717-D1FB59CE1FAD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A965A2-180E-7029-2F6C-1CDF763834DF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1403221-FF31-75B2-83D6-60D784DE1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93251"/>
              </p:ext>
            </p:extLst>
          </p:nvPr>
        </p:nvGraphicFramePr>
        <p:xfrm>
          <a:off x="8769350" y="2025650"/>
          <a:ext cx="3176765" cy="1112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80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76CD-69A7-BD25-98F2-EB78CD39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B81F6-6F1D-F907-64DB-7EE9807D9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  int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elever_fredag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38689-B508-E7A9-CBCE-3CA008EEAAF6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855368-334D-ED86-1A50-797CC3D7E059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7DACB-6540-700F-0B82-4DFDFF06C4BA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286CEF-AD5B-731A-207E-029009FDAECF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1E7A4-F647-7ECB-8C5C-59BBB37831AA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11D2C5-E2A1-8D90-648F-FED60166DC2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A002F6-80A3-4847-586F-C3DE88A5E5AC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74F16-C061-5583-E26E-F9B45E6904EE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E46CCF-852F-1092-9473-99E3F4570060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8B777-1C34-A76F-20A1-DCE50FBA5CF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2ABFD-3E2B-8B86-768E-127A6314204D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B526E-B54B-AA89-0474-60A1A510BFFA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E07CFF-FF87-A338-54F7-37A1C94E9497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630A1A-27C0-CD80-0E65-9683912A82D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7888B0-442F-9D30-559A-7CA3858A6E4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C8BAD2-C7C6-840E-F286-B22D91933340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EB855A-AC60-0227-19DF-E925C103BBD9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1FEA9E-8687-70A1-926A-88DA9470E8CB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953432-E41C-3B8D-BBEE-A2C0101CE6EC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66CAF0-1410-BC70-1481-E3CEC5BB03BF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431B4F7-53E7-3A24-36F7-99CA8CF38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736023"/>
              </p:ext>
            </p:extLst>
          </p:nvPr>
        </p:nvGraphicFramePr>
        <p:xfrm>
          <a:off x="8794750" y="2025650"/>
          <a:ext cx="3176765" cy="1478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990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47C8-86EF-9949-3D12-0721124E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1B948-1EAE-C1A2-3B84-914A47EF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int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vafler_mandag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 =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808000"/>
                </a:highlight>
                <a:cs typeface="Arial"/>
              </a:rPr>
              <a:t>(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elever_mandag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EE41A1-0A49-E975-819C-6984D3E6022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EB1C5C-4080-DBF3-0537-84E90F086848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B3EB1C-A029-D0AD-8B53-9180ACB79241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06A5B-215D-A826-68BD-9A84E54FFA48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6303D8-51E3-79BD-C11D-3FF7C079629C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7A2AD-4A21-7F0B-E934-67FEE6F43DB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063B9-A0B2-04CC-61F7-CF9156458E01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D787A-7F2B-21CD-4707-D3B91E57DF11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4CEBE6-23C7-403C-34D7-8E28A8798278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969406-3696-C225-90B0-098A94213A27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5DEC6-7AEE-DB4B-425E-FE26F77F9D53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94EBE-2174-80ED-C08E-55BBD8DD0015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27056A-9AF9-B021-CFAE-07CDEB6A74B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25FD3-8405-A02F-B5FD-E4F3A07B983A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2B2FF6-8C18-8AE1-9892-D1B7AC8A5186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71555-6778-770B-4F24-6BD944FAB680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1D1997-F833-13F6-C105-F1417D4D32A0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9B8589-A315-EFCD-120E-2DF741C940AF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D90F3-25F9-60DE-7F70-E857087F4A8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2C1341-BF81-024A-7861-53270E554BE5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121482B-225F-2883-C57F-4A892B05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27464"/>
              </p:ext>
            </p:extLst>
          </p:nvPr>
        </p:nvGraphicFramePr>
        <p:xfrm>
          <a:off x="8794750" y="2025650"/>
          <a:ext cx="3176765" cy="1846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824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DFC6-F84B-E741-9840-13E00D5B7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A89C2-9F42-D5E0-CF36-3234DE16C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(int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antall_personer</a:t>
            </a:r>
            <a:r>
              <a:rPr lang="en-US" dirty="0">
                <a:highlight>
                  <a:srgbClr val="FF00FF"/>
                </a:highlight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51EAB9-78CC-E0F8-CBB0-E1AE2F97FD4C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931F78-70F9-535B-0EFA-57430B478C94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774A8-69E3-096F-F08A-8D40A1AF1E3A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5E3744-5E88-CB3A-D054-BFC2EDCA392E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3ED758-25EF-6E9A-D71F-E136E298451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25AECD-E322-7617-B707-1059F960E4B7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5A671E-174E-ABF4-D97B-781E46EFCF72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4A01B-F9F4-D61A-B686-0452B0ED5E68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8443B7-EFA5-2A3F-4968-919DBB230B3D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4E7D1B-7D60-055F-E10B-BD0002832ED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81C1A-BA4D-AC41-7B90-C2694802FEC3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DBE3F-AD16-A8E2-6FB4-55EDC4941294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04F79B-9249-FC05-1980-2226CE10A753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BF280-F783-E97A-7224-06398E56B17D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6C4A0-E1E9-1AB8-5101-D724F611A4D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898950-F981-BBCC-FE3C-96A45217AEC7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F65E0-22AA-9380-1711-D52270BCBCD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A89C9-012E-D968-49B3-1E792EC73D2D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2646FF-2E8E-68DB-917E-C236B9D4DD4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C4C5E6-6DB9-1656-FC29-294CDA34E268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5A93514-4A56-A8F0-DF95-9611B9E31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017723"/>
              </p:ext>
            </p:extLst>
          </p:nvPr>
        </p:nvGraphicFramePr>
        <p:xfrm>
          <a:off x="8794750" y="2025650"/>
          <a:ext cx="3176765" cy="22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Antall_personer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63301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255B532E-A595-ABA0-C579-77ADD0C82B80}"/>
              </a:ext>
            </a:extLst>
          </p:cNvPr>
          <p:cNvSpPr/>
          <p:nvPr/>
        </p:nvSpPr>
        <p:spPr>
          <a:xfrm rot="16200000">
            <a:off x="1203325" y="4759325"/>
            <a:ext cx="3092450" cy="4826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23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E43C-47AE-9180-C0AA-62DB3C2D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41C83-5A89-9021-DEAB-F6C1D878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</a:t>
            </a:r>
            <a:r>
              <a:rPr lang="en-US" dirty="0">
                <a:highlight>
                  <a:srgbClr val="FF00FF"/>
                </a:highlight>
                <a:cs typeface="Arial"/>
              </a:rPr>
              <a:t>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 =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antall_personer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21B9F-57D2-D3A0-3272-5C9E696003EC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56E11-397A-9E99-6D8F-5194425EAD6C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7D9240-A4FE-640B-7433-BF4433BC7BF8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D3599A-9BFA-E7B4-42F1-0D9588559F61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8AB98-09CB-C9AA-4C41-542239CCE377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D9DBD6-A457-9036-B7B4-C942B7495FE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98151A-8F37-8A06-6F03-E314DCF9483F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3DE26-699B-520C-3778-02B851F60183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139615-EEE0-F617-CF79-F6DA5D056301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E2613-339F-4E31-8DDE-D5BB3512A74F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6F918-ABCD-BD44-BF45-708DC653D257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EF65D-F4B0-6665-F425-AFEA04ABF224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283DE4-7C97-C7E6-736E-B524210EFFD7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026022-F687-4F81-A0E9-9C9CD0B79FFD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86AB2F-CDE8-C398-D342-4AB94578CE62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FD8B28-472C-3D39-25AD-C5DF1966CC0F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263D32-8428-1470-DC36-1E25A8B45A0A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2C875B-1026-EC4D-F98C-B683B0A0DFD3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E60C23-7EA1-121E-D4D5-2F7CD27A16B8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A6BF3E-88DC-F3D7-C19A-C6CCA7795441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615D9C3-8135-1A66-788C-C34320C70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996942"/>
              </p:ext>
            </p:extLst>
          </p:nvPr>
        </p:nvGraphicFramePr>
        <p:xfrm>
          <a:off x="8794750" y="2025650"/>
          <a:ext cx="3176765" cy="258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Antall_personer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63301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14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419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FC3EF-4CF1-DD41-6E6F-FE38BDE0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AFC24-4AF6-B845-6489-6F0F8EDF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 return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21C12-3DCA-9AC0-2CB8-F506C25E9798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5D6555-9EDF-A04C-2EA7-987CD4D4B6BE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D76BA-D19D-4442-A4AC-79023EC3B5CE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CE2B2D-406F-97D8-4278-E4BAB69DED8A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2BD67-CB84-79E7-1A60-CAFCAE281ED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2AC3A-9E42-928F-3C68-9EC4E074A8D0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0012F7-440A-AA55-F237-1CD0440B74C4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BC83A8-BB23-3F74-F3A6-FD4D489F16B3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0EC80C-0AC3-0656-2992-53B87CB4D060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8A84E0-2EB0-F806-BE4E-8710BDF17BAC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CE466-CEEC-2A40-9005-3B0B67AEC54D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55951-41AE-D415-B83C-8C1EBD1ACB93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7D7CEB-2700-BF40-7162-CB746606567D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F8D6DD-D996-87F7-B643-B88A19285113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7C5231-1D61-F3F3-9A9A-481CE13C272B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7585AB-BA23-AC76-8261-DF3DF8298F08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81189E-61D3-0370-31A3-0340D81D183E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A831C3-0B1B-2BA0-43A1-B68A0879F72A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4C47C3-C630-2D45-6914-6DAB071B9DA0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020E97-E40E-C040-818B-58E5479281D1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35E5F3A-1744-BA96-F9FA-9304DD9EF3C0}"/>
              </a:ext>
            </a:extLst>
          </p:cNvPr>
          <p:cNvGraphicFramePr>
            <a:graphicFrameLocks noGrp="1"/>
          </p:cNvGraphicFramePr>
          <p:nvPr/>
        </p:nvGraphicFramePr>
        <p:xfrm>
          <a:off x="8794750" y="2025650"/>
          <a:ext cx="3176765" cy="258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Antall_personer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63301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140440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837530F2-E105-9A73-3F42-A17DDFEFD7CC}"/>
              </a:ext>
            </a:extLst>
          </p:cNvPr>
          <p:cNvSpPr/>
          <p:nvPr/>
        </p:nvSpPr>
        <p:spPr>
          <a:xfrm rot="16200000" flipH="1">
            <a:off x="2025650" y="3435350"/>
            <a:ext cx="1447800" cy="4572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12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4359-5E86-80BD-24B8-AECE175F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160B5-2D28-525E-577C-29E33247E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92EDE-1E0F-8E78-C183-D27A2CC9D97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282E6-0815-4C7F-E19A-35E3CF04D9CB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CF4843-53C6-0536-9997-94C2C0E851B3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74983E-EFE7-B346-9BF4-5CE80FE3ABB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1C26A4-3817-2EE8-3A9B-C52B5CEA48F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8C5874-FB46-AFAE-3CE0-E00E60207394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1D0F6A-A3EB-564D-2DFC-2C8F7B9ED4D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89A59-5A8B-17D0-B337-38E0E21A219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51BA9-F0FB-4738-76D1-7DA3A8BF48B0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9995C9-6460-303F-B74D-130BB98E8ADE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FBBD73-E169-5740-046D-C9EC6FD0C050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A78F5-6293-D38F-79B3-E2F03E9031E3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CB69EF-18FF-6F74-835F-118BB9CCB1FF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7583FA-0563-9556-3701-82B9CFEBD25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51C434-E081-17F4-0A68-7BF63BCF2516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0CCAC7-22C7-0B4D-6CC9-462065452470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1D59E2-5183-5D7E-D887-0F539F3F1F13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071E80-DBAE-236B-16B8-E1FF1AC5CADF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BE95E8-141D-9D9A-6E01-066B24A358A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5213CD-5902-89ED-3D62-61EEB54EB196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36835F5-A34D-3585-6A9A-C8ECB26CA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65589"/>
              </p:ext>
            </p:extLst>
          </p:nvPr>
        </p:nvGraphicFramePr>
        <p:xfrm>
          <a:off x="8794750" y="2025650"/>
          <a:ext cx="3176765" cy="1846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199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A3A4-90AA-36CB-6D63-26E3F2F9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C8C1F-880D-70C0-3EB4-C70B4688F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</a:t>
            </a:r>
            <a:r>
              <a:rPr lang="en-US" dirty="0">
                <a:highlight>
                  <a:srgbClr val="808000"/>
                </a:highlight>
                <a:cs typeface="Arial"/>
              </a:rPr>
              <a:t>nt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vafler_onsdag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 =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808000"/>
                </a:highlight>
                <a:cs typeface="Arial"/>
              </a:rPr>
              <a:t>(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elever_onsdag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17E38-516B-53FF-90A0-93442007E181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7CFC8-641E-C6B2-4055-CADDB9C50CB4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CD2C68-E75B-A41A-47C8-6A2C3E3F3E8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6E764D-6CE8-909C-0529-5ECD7FC5EC8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E8C18-974A-17C4-9C64-68E3AB9F1D00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40912-0D15-5076-E60D-CA022D2CAA2B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8C22C-B692-2FEB-C423-54EB3A0CC525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5129D-00B4-B606-30B2-DFEA8D61CB8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2813DD-ABCA-7E1A-2DDD-978F3A19B8EE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BE26BB-2F09-56C4-7F62-67ACA8B3E879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46C61-CAB1-14D0-CD42-117ADE5EC67C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137C0-D5D0-91DA-AAED-03F61D2C1E33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39E086-A0F9-445E-EA78-85D92E7F1059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90C089-D119-009D-2EF5-6EBF3F78352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0E37-2111-C73E-9127-6D045297F852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48D96D-149F-38CD-97E2-0A7C7E03F0B4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FBA756-033D-2EE4-3D3D-394E047E1EB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8EE989-8518-1B0D-C3AA-DC8AA80A1B21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74122-32F5-1658-1D02-2D2A2834C25A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1F74D4-661A-FD3F-CC54-357C02B245C1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DD0026A-2311-41D2-254A-421ED0230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318044"/>
              </p:ext>
            </p:extLst>
          </p:nvPr>
        </p:nvGraphicFramePr>
        <p:xfrm>
          <a:off x="8794750" y="2025650"/>
          <a:ext cx="3176765" cy="22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647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8C14-E5D8-D235-7986-8CE55775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308F-433A-1816-34FD-0908CB7D4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(int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antall_personer</a:t>
            </a:r>
            <a:r>
              <a:rPr lang="en-US" dirty="0">
                <a:highlight>
                  <a:srgbClr val="FF00FF"/>
                </a:highlight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4A166-E1E9-2DB1-B7C5-F6E11847D48D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8BDB0-996A-981B-B1CF-09D457B7241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F2993-DCBA-156D-5EDE-7F9AF3E2E969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A083F-4CDC-516A-E28A-0248C212F95B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26CAD-A4D1-2768-E86F-997BDB7649D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ADA66-E862-3F2E-4195-1BB43E913D3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76A66B-93E2-6CB8-A790-6440E46F1DAB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7E2D7D-05F2-58A8-8DC7-D30592A4D69A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3D494-44D3-EC0C-FA02-EC4AA9FD8AB4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AA9DCF-F1AB-2568-4045-818CF25BFDA0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3818A4-DF0A-242A-05C3-45A9FEAD3477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E6497-649E-ADE8-94B6-55B897996AE8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A56C-E746-A1E7-B6E8-6947E3E06952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21C8F3-9968-4211-1EEB-55C37D2C0A50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39AEA-5971-5D6D-8D60-BE192F0A86B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F7A211-A650-CDAC-8CB8-8079DC66EB58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08D65C-D1F8-502E-A277-942DF36BA0C8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8C5264-5E02-24FD-8B99-D75B9B112433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2E30A9-D2C7-D7A9-D6FE-FC18CF4900FA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EFBFFF-7C18-911E-F813-777AD5B3375D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0CA23AF-BA1F-C07D-BA81-665DB6848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74567"/>
              </p:ext>
            </p:extLst>
          </p:nvPr>
        </p:nvGraphicFramePr>
        <p:xfrm>
          <a:off x="8794750" y="2025650"/>
          <a:ext cx="3176765" cy="258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Antall_personer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324602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18412FE0-D89E-0893-C402-A3DA0FB3C2BC}"/>
              </a:ext>
            </a:extLst>
          </p:cNvPr>
          <p:cNvSpPr/>
          <p:nvPr/>
        </p:nvSpPr>
        <p:spPr>
          <a:xfrm rot="16200000">
            <a:off x="1228725" y="4200525"/>
            <a:ext cx="3092450" cy="4826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144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28D8-B768-8628-FF65-5774082EE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4D584-9CDD-9C9F-17A7-1D409E4F2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    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 =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antall_personer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08D2B-D988-E81C-D965-1CA5B07BB4C4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6489C-4687-5595-A0B3-CB00087814FB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35A1B-56C8-B57A-FD9D-BFF40A47487E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6726CB-B296-10C0-570C-81B037AA8F9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54A83E-F576-6AAA-DB9F-159728F2D95A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B12C28-CF4D-D7ED-5CDC-2983022BABA7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8E1133-FDD9-D0F0-EC3C-657D5095665B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298B29-22E1-F235-0F08-267F5C515DD6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C0EAA1-8670-4879-7006-B200B92FBFF1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F8DD8F-72B2-9996-6CFD-5C51F872EE1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181A8-8C9B-4083-4824-5B63FD4C2B8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4F1622-7C14-BD0A-1D91-DE09CB4951E8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C9CBAB-5C86-6050-3176-556226716817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8F4FB1-9709-9BF7-F8D5-1E8FA5CBD5B8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1C4590-4D95-58FB-5F98-B16376E31F3E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518D00-C439-D717-8D4D-74C32649CEB1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152901-EF8D-DCAA-60B5-07011D8CA3A4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C5472F-E3DB-A829-2189-6FCE3C30E3A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FC8A03-7813-74E1-3065-923A5552833C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4BBCFE-C58D-65F4-C3A3-7906135E905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DF31C9B-7780-9B31-45A0-7A7550D2F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626917"/>
              </p:ext>
            </p:extLst>
          </p:nvPr>
        </p:nvGraphicFramePr>
        <p:xfrm>
          <a:off x="8794750" y="2025650"/>
          <a:ext cx="3176765" cy="2951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Antall_personer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324602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92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666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D886-7DA0-3BD9-13E1-356DC705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859A6-AEBA-23EC-FBB3-CBA55E80E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 return </a:t>
            </a:r>
            <a:r>
              <a:rPr lang="en-US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15126-2EB0-47DC-E871-87251396FBDA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F5AB5-97D2-F986-96E8-E563D93771C7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94799-AEAA-41F9-1997-2C4D21CA0E12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A7712-B94B-B3CD-45CC-9FE3C1278147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12571-F965-9E24-1359-4DD23A582D47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DCB0AE-4D94-3CDE-7E17-C1582538799B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2E849-44BD-2D8A-581F-A57E557E0A6B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7F7B2-EE6F-0DBB-E9ED-BBEC1BFDD19F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301F9-F05F-225C-B2EC-66004DCC63F6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64DA8C-829D-33E6-A363-1878685625B5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EB9AAA-B93B-6649-EB04-82A1775A7C2D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357C6-179C-D11E-9314-F8CB743A4EB7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1F2B75-2469-FAB4-B17F-7101CD8345A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E7C3D-7463-8FB9-EED4-B2FE0ADF75CC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911E50-EE8B-12B7-07C0-37FC3ECF4D7B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FFEF94-167B-2391-A72A-2C65677B1BBF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FCB23A-BE2E-F837-B404-87644DCA6AFC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7DA0B0-9115-A17A-DB2E-3A057F53E976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C9DB47-7D5D-4C37-054E-7568C0588A2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FDAC0F-7404-87C4-E97A-908AB16B2271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7579449-BCA7-047A-B075-89486AB9DC60}"/>
              </a:ext>
            </a:extLst>
          </p:cNvPr>
          <p:cNvGraphicFramePr>
            <a:graphicFrameLocks noGrp="1"/>
          </p:cNvGraphicFramePr>
          <p:nvPr/>
        </p:nvGraphicFramePr>
        <p:xfrm>
          <a:off x="8794750" y="2025650"/>
          <a:ext cx="3176765" cy="2951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Antall_personer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324602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592289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FBC46C09-829D-CBFB-7D4B-D6C0CAB922CB}"/>
              </a:ext>
            </a:extLst>
          </p:cNvPr>
          <p:cNvSpPr/>
          <p:nvPr/>
        </p:nvSpPr>
        <p:spPr>
          <a:xfrm rot="16200000" flipH="1">
            <a:off x="2079625" y="2771775"/>
            <a:ext cx="1377950" cy="5207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628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C7B6-BF0A-A3CE-98EF-CBEC31F4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E3A0F-FB74-7814-3868-A44822B3A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F9E7CC-2DC0-CE78-55F2-970222327B78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5DC600-4F3A-BADE-DCA3-22D312EEB06E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F4D222-642A-D263-719D-61A6736FCE61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188A48-1106-C6BB-F27B-1F5208448F40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7F4F93-6F6B-B88E-BFC4-39A74610B71C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EB570A-FCFC-EA7D-7B4D-6D9D9AF1E19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D8542-4469-0D66-7A33-2A3187D91F06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49E668-C7BE-3D2A-D7B2-366A6FE02F82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696D81-7F0C-F018-D7C9-FB1566B71EE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D3511-1F95-7515-B6EB-EED5B687A232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1F2B7-1F8D-7DD2-5526-22A9CB3A1332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1B079-448B-A1BB-4125-96132FD8C6A1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87DF8E-94EF-08F7-9AC0-EA960BD83895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DCDCCC-06CB-BE97-945B-04CFAE70692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ED3ED-9F19-3E18-D925-F4DF3EC26B10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A2FF65-79E8-F0CA-2986-CA8BDBF38B1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D072BF-FA68-2299-2C2E-DFED2BA35712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57C82-DE97-AD1A-5069-39CF275507D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7FC42C-B612-1E20-9078-8772A3C42247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174950-D572-2C42-6C8F-ABF4C35C1F39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FEB9F5D-515F-C63F-6B0F-05E806B2E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928792"/>
              </p:ext>
            </p:extLst>
          </p:nvPr>
        </p:nvGraphicFramePr>
        <p:xfrm>
          <a:off x="8794750" y="2025650"/>
          <a:ext cx="3176765" cy="22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437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E4EC-FAA6-28FF-4B5C-4629E19A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DF8E-8EE4-196D-6728-125D75A74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int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vafler_fredag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 = 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808000"/>
                </a:highlight>
                <a:cs typeface="Arial"/>
              </a:rPr>
              <a:t>(</a:t>
            </a:r>
            <a:r>
              <a:rPr lang="en-US" dirty="0" err="1">
                <a:highlight>
                  <a:srgbClr val="808000"/>
                </a:highlight>
                <a:cs typeface="Arial"/>
              </a:rPr>
              <a:t>elever_fredag</a:t>
            </a:r>
            <a:r>
              <a:rPr lang="en-US" dirty="0">
                <a:highlight>
                  <a:srgbClr val="808000"/>
                </a:highlight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88F20-4D66-0887-F05E-8D3D10D2BA3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8FDBB-4195-682B-32C8-04DF97BDB3B4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B1AD45-046B-87AA-9A2D-856B3824B065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3E7EB-A42F-39AA-6980-F573E327D59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E0EC7-5298-CC20-5847-4EAE92F3EFD8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071AA-3ACC-BCA7-7324-0E375BFA8FF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8A056-B202-BE04-5DF2-20E6915CF95E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7ABFE-D12B-EF4F-52E9-449472D12B59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2A42F-71EB-DD9B-DBF8-C154C7D66636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CA3C2B-03D1-4201-C1FB-F0E25D4C68F7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093322-E13C-A7DC-C0DC-B62901EEEA53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1CB4B-3625-8DC0-EA39-C3B15D493747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264E75-0C37-E930-3C1D-773467FF593C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AA8DFE-E139-F4BD-E129-C687206CE60C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7D72A6-8585-0EC9-2B94-6400C43A59B7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480FBF-9623-0F5B-0B45-A26BEE3BCA6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E62CFD-1F48-89DB-A8D9-55089981E686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0A56E4-7847-3CE4-F993-EEC18B5537D2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A46804-87E4-A875-1009-2236DA9F8C22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93C69F-000A-3EEC-28C7-31EC4E8916EF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CD2EF13-65DF-77A2-BF96-8D87BF169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48177"/>
              </p:ext>
            </p:extLst>
          </p:nvPr>
        </p:nvGraphicFramePr>
        <p:xfrm>
          <a:off x="8794750" y="2025650"/>
          <a:ext cx="3176765" cy="258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855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42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A787-9106-451F-DC39-328566F7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602FC-3799-A90F-9F80-DDA102764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(int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antall_personer</a:t>
            </a:r>
            <a:r>
              <a:rPr lang="en-US" dirty="0">
                <a:highlight>
                  <a:srgbClr val="FF00FF"/>
                </a:highlight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73077-8926-B453-4ADF-C6F532F9AC4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144FF9-A3C4-9ADB-F20C-C02882A858D1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C1E18A-6EB7-76D3-8E76-D1DA5B84C1B0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C74117-3CD7-47E6-C85B-2940489C5C0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93747-5D99-4E81-43DC-F06ED64ECF5F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2EECF-B9EB-E453-3972-D905BB24A910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59BFE5-B17E-41BD-2F50-AB7DFF63162A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99088-AC8A-5F34-974F-6EE8579B2DF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44CEF-7E51-8B29-B83C-B00D01AFE535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2D1D04-B9FE-E4FF-5DBC-999DCC84933E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674ED-61B3-8F4C-5FF7-F591782B1EF4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C28326-E722-B1CD-0C76-34431B574623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75A2F6-E213-030E-EF23-BF1F010F2780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001F15-A224-C151-6DA0-B99D1665AD7B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E8076C-BC9E-C49E-0D4D-B2348B0954D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6EC2B1-BAC0-A9A9-D805-0A71C73827B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8028C-0B91-D399-583D-936723006749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3EA62A-339F-B6A2-928F-F86522553123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65878A-B226-0995-46C5-704B79EEB977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6DD9B9-29A6-CEC5-E35C-1F21C1636065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7870255-4ECC-030C-A029-6F855145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127742"/>
              </p:ext>
            </p:extLst>
          </p:nvPr>
        </p:nvGraphicFramePr>
        <p:xfrm>
          <a:off x="8794750" y="2025650"/>
          <a:ext cx="3176765" cy="2951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855769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Antall_personer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43063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58D69587-70AE-28CC-B9BC-83F0C7DCD202}"/>
              </a:ext>
            </a:extLst>
          </p:cNvPr>
          <p:cNvSpPr/>
          <p:nvPr/>
        </p:nvSpPr>
        <p:spPr>
          <a:xfrm rot="16200000">
            <a:off x="1304925" y="3527425"/>
            <a:ext cx="2921000" cy="52705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97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FF8C-5E74-4335-4FB7-3534362FE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5E19A-F887-281E-967E-4256C7A0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    int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 =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antall_personer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46D59-E3F4-C547-BF21-B5C178D4D80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00F44-DDEB-7240-FAE9-8CA1429881CD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A17ED-09AC-E681-5605-9E6BE6EA9DE1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C71695-D0E7-2C2C-2192-F8668CAE3898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solidFill>
            <a:srgbClr val="7030A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246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433C7-0834-3D86-0E8A-89FDD500ECEA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4EBB7D-B0E3-E964-AC0A-80A30E96CFCE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E0DBAE-538D-D410-3951-0C8F6894526E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6B385A-2FA7-06C7-0BA5-401AE644B040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80A792-D9FB-23DB-252C-F36656632A6F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9E815F-3953-78FA-0963-2EBF3BAC1BF5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4EB15-5CB3-E5CE-7BC2-87FDBD6104DD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4EB32-2208-5A30-A9F6-567837D2057C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F646F4-A636-68E1-C6B2-4B949603731F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6D556E-4D17-98BA-FE51-82E7E9276B68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3CDF19-6D49-59DE-43EC-D8F92621B10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4936B2-9E25-A799-4450-1FEC2F005CEF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CE2DBB-0147-2C29-93FB-FC528C742262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4BA20C-BE60-D3FF-EE89-201326583856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671338-C101-403E-3773-457137EC1D62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2615BA-A1B8-3B12-5445-FB156C6D8272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0B883B8-0841-E81D-0A56-04500BC7C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928486"/>
              </p:ext>
            </p:extLst>
          </p:nvPr>
        </p:nvGraphicFramePr>
        <p:xfrm>
          <a:off x="8794750" y="2025650"/>
          <a:ext cx="3176765" cy="331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855769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Antall_personer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4306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Vafler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203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147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6516-837B-5FA6-6C71-3E65FC70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C30A-3D6D-EB3C-8B56-F7EACC5EA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 return </a:t>
            </a:r>
            <a:r>
              <a:rPr lang="en-US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150DF4-8C44-B27B-805D-86669E3ACEA5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C38998-35E7-AB80-5EA8-CABDC6D98FA8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9C4603-9815-F737-C9BA-B35A66E9A720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1343A4-18E3-92DD-931F-C0261FF9614B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solidFill>
            <a:srgbClr val="7030A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246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CB477-8CEB-1A93-C52D-070C16796400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C5704-5141-E8A9-2453-8D4DDC7F7F64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246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ADEBE-874A-ED13-9C94-32F3A198AFCE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4C149-DF7B-C284-71B5-07C34BF0EDE0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35DFFC-8144-0C14-9CBB-045D1DC2D080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9979C1-D4D5-3989-B11B-4229EFD839C8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CBEF7-1DE2-98A5-04D4-39DF8EE54B75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771DDF-42DC-A5A5-E771-D05C1C2A3D75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05AAEC-1FF2-61CA-A1DA-21C72172E952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5A4832-0A78-DECE-35B8-1467AF612C78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F5DD4A-68D1-F4E0-BE61-1D9813F289C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ADF725-B03F-B02F-D388-BDA48CCA0851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5A1FD3-0A30-1050-9414-334DABFCE25E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4C4362-FE4A-273F-FF99-1A6977728987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AAFFEF-984F-98EF-CE0F-28F9EA256BA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55FE52-3B1F-F475-7AB1-B108CB07596E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165DA16-EA2F-2014-62B3-04039924A6A8}"/>
              </a:ext>
            </a:extLst>
          </p:cNvPr>
          <p:cNvGraphicFramePr>
            <a:graphicFrameLocks noGrp="1"/>
          </p:cNvGraphicFramePr>
          <p:nvPr/>
        </p:nvGraphicFramePr>
        <p:xfrm>
          <a:off x="8794750" y="2025650"/>
          <a:ext cx="3176765" cy="331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855769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Antall_personer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4306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Vafler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203131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0696E56D-2FC4-90F2-4DFB-73608531CC94}"/>
              </a:ext>
            </a:extLst>
          </p:cNvPr>
          <p:cNvSpPr/>
          <p:nvPr/>
        </p:nvSpPr>
        <p:spPr>
          <a:xfrm rot="16200000" flipH="1">
            <a:off x="2085975" y="2276475"/>
            <a:ext cx="1377950" cy="5207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1213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69758-37E3-969D-0359-E01C0CD49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7113-6F36-E714-4194-C4269057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04775"/>
            <a:ext cx="81661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 = 24;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int 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 = 123;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vafler_mandag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elever_mandag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vafler_onsdag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elever_onsdag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int </a:t>
            </a:r>
            <a:r>
              <a:rPr lang="en-US" dirty="0" err="1">
                <a:cs typeface="Arial"/>
              </a:rPr>
              <a:t>vafler_fredag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elever_fredag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    int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 = </a:t>
            </a:r>
            <a:r>
              <a:rPr lang="en-US" dirty="0" err="1">
                <a:cs typeface="Arial"/>
              </a:rPr>
              <a:t>antall_personer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}</a:t>
            </a:r>
            <a:endParaRPr lang="en-US">
              <a:cs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DA6B59-3469-CCE0-3587-44490D7E6E35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8E951-A057-9D20-6470-89E6851C74E5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BD7B9-61DB-1B14-306C-51FE73D5A434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E3E07-D000-8E6C-08C5-30E99794284E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C900F-D26E-12A8-01CB-33FDA4C0FD00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69D72-AD25-5943-1B84-305DC1C07932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246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A0108A-B201-40EC-1BBC-9F91BC39B352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48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322ECC-0E2F-9515-2419-75273243AE04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85D71-45FA-A516-070C-BF38FA907FDA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F7783F-EF5C-B7D9-9CB7-A3ECE74FD4D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7FD2F8-7338-0779-D985-8389CB049971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8F72E-3C69-FAD5-775F-94D65F7FBBF6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9FC38D-B4D4-5A06-3128-F4E25B549568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C3710E-D7CB-94AA-003C-53E1ABFE31BE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9FC2D-A90D-22A1-B0CC-B597B208A37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7B00CE-948B-120C-C3E9-6172FC6AAF9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99BC15-B329-902E-C69E-9BCE9C568911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8F3E9D-1EB7-6E72-7669-7A3C26E88AAA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972732-9500-2A8F-5B86-619F7F56BAE1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9FA0CE-DE3D-8DB0-8557-7B94233B0BF0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C524C16-DE04-21CE-5E0D-945E60E7D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59698"/>
              </p:ext>
            </p:extLst>
          </p:nvPr>
        </p:nvGraphicFramePr>
        <p:xfrm>
          <a:off x="8794750" y="2025650"/>
          <a:ext cx="3176765" cy="258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67">
                  <a:extLst>
                    <a:ext uri="{9D8B030D-6E8A-4147-A177-3AD203B41FA5}">
                      <a16:colId xmlns:a16="http://schemas.microsoft.com/office/drawing/2014/main" val="3263897395"/>
                    </a:ext>
                  </a:extLst>
                </a:gridCol>
                <a:gridCol w="1337298">
                  <a:extLst>
                    <a:ext uri="{9D8B030D-6E8A-4147-A177-3AD203B41FA5}">
                      <a16:colId xmlns:a16="http://schemas.microsoft.com/office/drawing/2014/main" val="1123583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9084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440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Elever_fredag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33276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Vafler_mandag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76047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00833"/>
                  </a:ext>
                </a:extLst>
              </a:tr>
              <a:tr h="3682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Vafler_fredag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855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966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4283-EC59-7168-D6BF-BDCF987F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9CABF-9B69-7BA6-B551-C4752DF84D07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03D09-7954-EFAC-AA86-538A79BBCC76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og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scope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Referanse </a:t>
            </a:r>
            <a:r>
              <a:rPr lang="nb-NO" sz="280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+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/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free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D0751CBD-11E9-E277-DAD6-8E30C68E2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4348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540D-3969-140C-52EE-76A2F1FF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E21E-6CFA-1A97-9A19-A06DDEC4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116" y="365125"/>
            <a:ext cx="8176684" cy="1336146"/>
          </a:xfrm>
        </p:spPr>
        <p:txBody>
          <a:bodyPr/>
          <a:lstStyle/>
          <a:p>
            <a:r>
              <a:rPr lang="en-US" dirty="0" err="1">
                <a:cs typeface="Arial"/>
              </a:rPr>
              <a:t>Referanser</a:t>
            </a:r>
            <a:r>
              <a:rPr lang="en-US" dirty="0">
                <a:cs typeface="Arial"/>
              </a:rPr>
              <a:t> vs Verdi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EC579-6B1D-1FE0-A6B0-5639B392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182562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  <a:endParaRPr lang="en-US"/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    b = tmp;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FF98B-2B9D-705A-BFDD-99E0770DF48C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3B5F1-04E7-A959-F616-084AF57C33DD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D6BBC1-98D7-B5D8-2406-AC3AC5621727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66E55-6DFC-1793-9CD5-82413810BBF7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194F6-F6DA-88A7-7079-0E89E0CED74C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A36EE-8F3A-8B8A-77FE-217414EA80D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F66A6-8B87-2129-F61B-BA782661FB47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B0EDD0-5E3C-77A0-74B9-CF3B5E5C2D2D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4E69C4-F38B-E61B-B9A1-10406AF7F024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8A6280-E387-3A4A-05D1-044F55B46FE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D87C6-C70C-33AD-6C82-BF9A050F191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3CDEB-CF4E-C89B-EC1E-D905B9C42CAF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A01FD-BF3D-E8D8-E574-3C28A3CF20C9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92A3D-7E90-61F4-8226-C41826636E4A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1D19C-416B-8D88-8F53-CB920EA40B7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D419FA-836A-69EC-BBBE-AFC68884CFE4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98153E-FFD7-D28F-720D-6312607E4596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0ACD3-D391-1958-5924-9CD7D42BDFC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BFCB7-B0CB-DC58-E8EC-6DE635668D86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AD598B-899E-8C03-3ADF-DC1CF618626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49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3DED-43FC-C80A-94C1-002310DC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5C72-4EF9-EDA2-4122-565278309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  <a:endParaRPr lang="en-US"/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    b = tmp;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37FC3-BC9E-2388-7059-5C00E6E46D26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215B30-F5B3-18B8-336F-A64C5BA663B9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2554C9-3B68-1D5B-4CE7-FB4FE72303D2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EF4AE2-6639-60EA-342F-FF36D7C427B0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B485D-6D36-C306-6BE2-6FD828B7DC21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2E1E48-45D7-16B4-448E-2C1FA6BA3D70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B772D5-068E-AF0C-7893-185E3801280A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104BDD-6B9C-4DEB-915C-27F52F48CCB8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9E53E3-BF42-35BC-944C-0ED6715C2653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3C12C6-41C3-B68E-B134-19EBA8EB5740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4F0F9-2C79-FC7E-679E-E8013A8EE458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F73EC-D0E2-3DC0-4AF9-7657E78CCBE0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171DF3-7721-52F3-B5EC-940714B574DB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A8203C-EA8C-940C-E8FD-AB2ADA47599A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E731A0-F74E-DF42-6720-E5716C4CAB46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45CFD-0A06-510E-7804-D6D13D66DC0B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80000-837F-01E4-0642-CB42A11697BD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462EF3-3207-A9C5-6D83-E9FDDD3D485B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1E6957-7A11-C6DA-E780-2B2E11AD7001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16943-595E-66DC-11F2-52D844CA999C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99F183B-2940-6C1A-0EBE-FE233F9E4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924895"/>
              </p:ext>
            </p:extLst>
          </p:nvPr>
        </p:nvGraphicFramePr>
        <p:xfrm>
          <a:off x="7575550" y="723900"/>
          <a:ext cx="4218938" cy="186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699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906E-4CC2-9C5B-DD2F-A728AAEF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A7A01-0BC8-57FA-440E-29378F577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  <a:endParaRPr lang="en-US"/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    b = tmp;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B14DC-61F3-A080-54E3-C9A547AFD2D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76FF2-5C55-C4C6-CC03-74B70A225BDB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8303F-E944-97F8-6476-3E83AFAF682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C03B4F-9B3E-5297-39DC-DDE37D8D15E6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E564-7A6D-7CA3-9403-568692937A81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53B473-E768-7914-BB6C-E9FA2E9890B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4FB67B-7CAE-9034-2610-8832F60BA3A9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E97C0E-FF77-D041-5BC3-F0FDA9BAE13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300029-9680-828C-6E9B-4F4B3CE24A4C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B02BD8-5358-4027-A8DB-3D664C35692C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F0E02-13F2-DD9C-4CE8-2B0536898EFF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46BD1-8C10-9132-8852-13AFB193F360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613BED-F3E6-ADBF-6B7E-104E31A5D0FE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FC3586-1725-95E4-458E-E3C34678ECE9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62D129-8C7F-12F1-4B58-15466398C7A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3927F4-E9F4-1577-AC51-BC8F3F04491B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641533-B733-A491-4AE1-25C84166552A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F5D854-59E3-33A8-27C3-C21478E31CA7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A6A98B-4C10-F339-91F0-E80B2722AB43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2D0E0-CE09-C257-9F17-68B4EED6CC60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2EB266D-7ED2-E771-2BBD-329797389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66595"/>
              </p:ext>
            </p:extLst>
          </p:nvPr>
        </p:nvGraphicFramePr>
        <p:xfrm>
          <a:off x="7575550" y="723900"/>
          <a:ext cx="4218938" cy="279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948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2513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4EF4-DE21-CEC7-C53E-FA9A7E0E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465B-2331-B5B4-9874-E06DB826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b = tmp;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  <a:endParaRPr lang="en-US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475C4B-89DF-DFF1-3E1E-7C55B87B8232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F762D-B363-F2C8-665B-10F28C711B23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5EDA88-BB4A-028A-71A6-2E2AAD32E327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90822F-594D-6021-4920-1C1BDAF700AD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B4B5F-9FAC-DD04-9B39-6456B81C50E7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A94F2E-3932-1A92-C9BE-9F72278C3D4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278058-23E9-DD78-E9B5-A6C64280414C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859C9-8DA1-999F-6BAD-0D9A31AADE48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8C8A27-07BD-F426-AB53-A59FC576321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A98DC-D668-3AD7-D899-C758C1537238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8AF87D-ADF3-5972-A1D3-90417F58EE94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AADA0D-CF26-B38D-44E4-4064516A9A58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884B5D-9F29-9897-15ED-584B49C814D3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FD7F83-BE70-FDBA-964E-9DE9B91E2BD6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DC4865-3F5E-4F16-90C8-39F787C99CD3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35E36D-9316-7DE1-7413-BB33C4EB2582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B4B1B2-451B-9B33-CDA7-D7964EEF96C4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55AED2-661D-018E-F45E-09F56E4CDF2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51549-2A5C-921F-F2E7-EA7D1AF0A98A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C331B-03B4-2F95-FAE6-D16DC6018DF2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2" name="Arrow: Curved Up 1">
            <a:extLst>
              <a:ext uri="{FF2B5EF4-FFF2-40B4-BE49-F238E27FC236}">
                <a16:creationId xmlns:a16="http://schemas.microsoft.com/office/drawing/2014/main" id="{DC2AA8DC-7DD9-0C3D-2A45-B1A2DC71FCA9}"/>
              </a:ext>
            </a:extLst>
          </p:cNvPr>
          <p:cNvSpPr/>
          <p:nvPr/>
        </p:nvSpPr>
        <p:spPr>
          <a:xfrm rot="16200000">
            <a:off x="2994025" y="4435475"/>
            <a:ext cx="2019300" cy="1911350"/>
          </a:xfrm>
          <a:prstGeom prst="curvedUp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E3F75C6-6BCD-527A-7013-FB0322D81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66376"/>
              </p:ext>
            </p:extLst>
          </p:nvPr>
        </p:nvGraphicFramePr>
        <p:xfrm>
          <a:off x="7575550" y="723900"/>
          <a:ext cx="4218938" cy="4658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5203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146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739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6F5E-D3CA-E317-2AD6-AB19A023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D045A-7BFE-E73F-FED9-9100E64FD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int </a:t>
            </a:r>
            <a:r>
              <a:rPr lang="en-US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 = a;</a:t>
            </a:r>
            <a:endParaRPr lang="en-US">
              <a:highlight>
                <a:srgbClr val="FF00FF"/>
              </a:highlight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b = tmp;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8F2FE-172F-5016-E7E9-90BC1DBED14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19DAB-266F-B033-A813-7964DF74050E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5C7C0-6B73-0D8F-1D25-D2274F0D5B87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98211-5BBC-EDD6-600E-8479D135ABD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D18B6-903C-7797-52C5-B29BD158C9A9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F76ADB-E26A-75F7-8F3F-BDA8F5D1C6E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17EFF-9610-4BEA-0863-CABC9120147B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3F215A-30D6-F2D3-0E04-9701E8FC37F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76B50-7C1B-427C-20F5-64992FC7B09D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49DE22-3D4F-2A49-98A4-8390EBEB5AFE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27932-AE9B-4B87-EF30-AF19DD6C3D7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042C2-9CDB-F21F-845C-4C534DBF229F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4FFFA1-F2A5-0D82-AB6D-39CC4EE2D8C4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8E330F-6A05-C7CE-742D-51019907650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D95DC8-D85A-12A0-99AD-9C7C64D00D54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AE3071-E6FF-CB95-97E3-5D1012CBB51D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AABD5C-220A-2667-6AFB-C8699F23DC72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C275C4-CD42-9B77-395A-8564F995C60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455BCA-FCDB-D62C-EC06-EA86666885E7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D46094-8BC1-7874-2772-F798EB7F4565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67291B1-1E3A-712C-9CBD-9115BFDF8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562763"/>
              </p:ext>
            </p:extLst>
          </p:nvPr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5203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146518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567069"/>
                  </a:ext>
                </a:extLst>
              </a:tr>
            </a:tbl>
          </a:graphicData>
        </a:graphic>
      </p:graphicFrame>
      <p:sp>
        <p:nvSpPr>
          <p:cNvPr id="28" name="Arrow: Curved Up 27">
            <a:extLst>
              <a:ext uri="{FF2B5EF4-FFF2-40B4-BE49-F238E27FC236}">
                <a16:creationId xmlns:a16="http://schemas.microsoft.com/office/drawing/2014/main" id="{C58AC0C3-533B-7E5C-EEF0-6FD0F3F22ED2}"/>
              </a:ext>
            </a:extLst>
          </p:cNvPr>
          <p:cNvSpPr/>
          <p:nvPr/>
        </p:nvSpPr>
        <p:spPr>
          <a:xfrm rot="-5400000">
            <a:off x="1879600" y="4165600"/>
            <a:ext cx="1778000" cy="5588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9575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F56F-46BD-5D9E-8A8F-4A2094FA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C1894-DC17-AB76-1BA4-130DA4B08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a = 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9DAFD-4697-8B44-5DF0-88F9646B0B0D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582507-9EB9-072F-A0B6-72853A71ACC7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1951A-653C-E1F2-A2C5-18D273280CF4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1F431B-A4CA-0C1E-0193-FA4A34CF4C4A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2E6E13-C7ED-8851-2861-7F626794F158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720E8-E4B8-1AA7-C2C9-8F6169B6C69B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49567-652C-5D86-A868-630C67A088FD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253023-314D-9335-1FF9-47229F5FF991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757CB0-A03F-55D4-20B7-64EF623E0773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4EA18D-298E-1065-2563-5E82981ACDB5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6363E-C44C-AD90-E75B-7FB71B2785B7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3FA3B-F2E3-0411-7942-C99107D5FDA7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8D1AF-7CA3-F9E9-E5E8-C1DD9D255982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2393DF-E93E-CAD9-9D4B-88C44161FC1E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0DF22E-B948-A217-C54C-27857DDAB51A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D744D3-4DF0-4E9D-4CA6-826FF027B342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A9B8F-7D5D-F109-17FC-EC6009D2E38C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CBB5FD-F3A9-3F1D-480F-095C67F44039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7D4628-33A6-D6C8-5D2C-4FAB692531E8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C524DD-4844-3385-C9DF-AC85662818CF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536A266-DDC1-47D2-D9EC-012566A30FC6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5203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146518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567069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0CED9C9A-3C1A-7840-BC0C-CF27BB46D653}"/>
              </a:ext>
            </a:extLst>
          </p:cNvPr>
          <p:cNvSpPr/>
          <p:nvPr/>
        </p:nvSpPr>
        <p:spPr>
          <a:xfrm rot="-5400000" flipH="1">
            <a:off x="2454275" y="4556125"/>
            <a:ext cx="647700" cy="55245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3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D010-9551-B8C0-8F81-7A6A82C0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4A5E3-23EA-16E6-D327-8A082AC83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b = </a:t>
            </a:r>
            <a:r>
              <a:rPr lang="en-US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CF5A3-D605-D25F-AEBD-EB85EE116503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DCA565-16B6-0324-2C10-BE6AB17817FB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06D38-CAEB-2D57-B72A-0D6C216EC0A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1325DA-31F4-45A8-E4EC-81E82BB670BE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02FF3-F7C3-8327-53B7-BA6497927DCE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9328B1-46EB-A5C2-2251-68A131EB0A9F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C671C6-2161-E0EC-FDA4-36FE7DE6BF11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421FF4-78AD-54E9-F9D3-3E1375DC0B7B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8E10D4-44E2-2033-EFB6-49CFF4F80D4E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7C9793-9D52-1AFB-D0C1-BCC2A122B09F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9D5219-CCA7-7D6D-96E5-58B44F9A04C5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76AD7-00E0-E311-802C-77B86D804945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96175F-71EF-C1AB-E959-3DAD1D333EEC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833FA3-AB20-9C73-6AD9-456DA94FB176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6ACFDA-92DC-CE0D-1FAF-1ED5A07A063F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4A84DE-F5F6-4C7F-851C-FCF0BFBB8BCA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A8F35D-F7B8-2A56-C9EA-1271CE82873E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FE23FB-A7DD-3911-38FF-598952711485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CAABEB-EB34-3362-66FB-093E03C2002C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7AC001-99D6-582B-9849-34316890C3A6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FF5B84A-3FE8-3250-33FC-766AFA405F39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095203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146518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567069"/>
                  </a:ext>
                </a:extLst>
              </a:tr>
            </a:tbl>
          </a:graphicData>
        </a:graphic>
      </p:graphicFrame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5D92E2EF-3464-A6C1-2007-38979757A2BB}"/>
              </a:ext>
            </a:extLst>
          </p:cNvPr>
          <p:cNvSpPr/>
          <p:nvPr/>
        </p:nvSpPr>
        <p:spPr>
          <a:xfrm rot="16200000" flipH="1">
            <a:off x="2295525" y="3775075"/>
            <a:ext cx="889000" cy="55245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479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2265-D4F9-BFBE-0989-F94D15FF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CFDE9-C715-AFAE-74D4-1AF78FEAA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a = 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6ADF0-993C-8088-08E8-B2EFC8D0113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854B4-F7C0-CED2-0DC9-2B5D3E248802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F9C5E4-6C94-3303-B91B-8DF33B8C4BB3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EF1C49-FFEA-19C4-9B4E-22F3BCB39CCE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8C5E8-5734-8A0B-6526-95DFFDB2BAF7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DD51E0-9E32-A68B-2090-862D7A5001F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2F312C-8B3C-E6D4-937D-D8F6E2255145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7DFD5-6A8F-4C44-A42B-F71BB38048DE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3C5177-6C62-1E51-5DBC-8B7E22CF93B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8B94C0-FC00-F472-6ECE-5CEF880FC0DB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E2B07C-A6D9-991D-DEEF-4A6CFC0D5D61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452F8C-9D41-86BC-C4C6-1BB835D4D8FF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2442D9-02E0-9565-95A0-9EA885008C4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7DF287-5042-F536-261D-624CC9E33C78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C134C0-3BD6-0A2C-80EF-6550A4E8394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81691-9B59-A1B0-18DC-EE077B9AD94B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2FD1C1-D103-A239-3DEF-4F001A3F83DA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8C7279-1F0C-2AD8-CAE8-CEB9ECB75D1F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5662E-2191-2626-35BE-BF9B1E4B7FBB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2A1D4-A3A1-8BF7-1D09-2195FC7E7B94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227920A-A2D9-1802-33F2-EF6F64D46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954665"/>
              </p:ext>
            </p:extLst>
          </p:nvPr>
        </p:nvGraphicFramePr>
        <p:xfrm>
          <a:off x="7575550" y="723900"/>
          <a:ext cx="4218938" cy="279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0698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DDAD-E2ED-4B69-AF4B-B141BBB8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Åsgårdvegen studentbolig i Tromsø | Samskipnaden">
            <a:extLst>
              <a:ext uri="{FF2B5EF4-FFF2-40B4-BE49-F238E27FC236}">
                <a16:creationId xmlns:a16="http://schemas.microsoft.com/office/drawing/2014/main" id="{0F33CF9E-87BF-D447-F172-5EF3CCA87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118" y="1051719"/>
            <a:ext cx="82882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486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E802-979B-A5BB-925B-55C92060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584C75C-EA2C-AEA0-20A2-9B8E13A23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*a;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*a;          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&amp;a;        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</p:txBody>
      </p:sp>
      <p:sp>
        <p:nvSpPr>
          <p:cNvPr id="26" name="Content Placeholder 23">
            <a:extLst>
              <a:ext uri="{FF2B5EF4-FFF2-40B4-BE49-F238E27FC236}">
                <a16:creationId xmlns:a16="http://schemas.microsoft.com/office/drawing/2014/main" id="{38F05FB1-6C6E-E9F0-A174-D1A83A98701E}"/>
              </a:ext>
            </a:extLst>
          </p:cNvPr>
          <p:cNvSpPr txBox="1">
            <a:spLocks/>
          </p:cNvSpPr>
          <p:nvPr/>
        </p:nvSpPr>
        <p:spPr>
          <a:xfrm>
            <a:off x="23368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Arial"/>
              </a:rPr>
              <a:t>En variable </a:t>
            </a:r>
            <a:r>
              <a:rPr lang="en-US" dirty="0" err="1">
                <a:cs typeface="Arial"/>
              </a:rPr>
              <a:t>hvor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er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annen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ligger </a:t>
            </a:r>
            <a:r>
              <a:rPr lang="en-US" dirty="0" err="1">
                <a:cs typeface="Arial"/>
              </a:rPr>
              <a:t>på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 A </a:t>
            </a:r>
            <a:r>
              <a:rPr lang="en-US" dirty="0" err="1">
                <a:cs typeface="Arial"/>
              </a:rPr>
              <a:t>har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192534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820A8-DEAD-F3EA-D2C7-4608D900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A530824-023C-4759-BBE4-72B99D07C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0" y="199707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*a;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*a;          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&amp;a;        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</p:txBody>
      </p:sp>
      <p:sp>
        <p:nvSpPr>
          <p:cNvPr id="26" name="Content Placeholder 23">
            <a:extLst>
              <a:ext uri="{FF2B5EF4-FFF2-40B4-BE49-F238E27FC236}">
                <a16:creationId xmlns:a16="http://schemas.microsoft.com/office/drawing/2014/main" id="{32673286-242E-21D1-F726-CD42BF031BA3}"/>
              </a:ext>
            </a:extLst>
          </p:cNvPr>
          <p:cNvSpPr txBox="1">
            <a:spLocks/>
          </p:cNvSpPr>
          <p:nvPr/>
        </p:nvSpPr>
        <p:spPr>
          <a:xfrm>
            <a:off x="6451600" y="1825625"/>
            <a:ext cx="52451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Arial"/>
              </a:rPr>
              <a:t>En variable </a:t>
            </a:r>
            <a:r>
              <a:rPr lang="en-US" dirty="0" err="1">
                <a:cs typeface="Arial"/>
              </a:rPr>
              <a:t>hvor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er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annen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ligger </a:t>
            </a:r>
            <a:r>
              <a:rPr lang="en-US" dirty="0" err="1">
                <a:cs typeface="Arial"/>
              </a:rPr>
              <a:t>på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 A </a:t>
            </a:r>
            <a:r>
              <a:rPr lang="en-US" dirty="0" err="1">
                <a:cs typeface="Arial"/>
              </a:rPr>
              <a:t>har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EE9A1-DAC3-12F9-A0A0-DBC7E5B3391D}"/>
              </a:ext>
            </a:extLst>
          </p:cNvPr>
          <p:cNvSpPr/>
          <p:nvPr/>
        </p:nvSpPr>
        <p:spPr>
          <a:xfrm>
            <a:off x="2044700" y="4772891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CE5FCF-2FBA-BBB7-58E5-21D895B98E12}"/>
              </a:ext>
            </a:extLst>
          </p:cNvPr>
          <p:cNvSpPr/>
          <p:nvPr/>
        </p:nvSpPr>
        <p:spPr>
          <a:xfrm>
            <a:off x="2044700" y="13958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659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0F8FE7-9CEC-CC97-CF83-26D1AAD02195}"/>
              </a:ext>
            </a:extLst>
          </p:cNvPr>
          <p:cNvSpPr/>
          <p:nvPr/>
        </p:nvSpPr>
        <p:spPr>
          <a:xfrm>
            <a:off x="2044700" y="20712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58A058-4BD7-902A-E2D7-70F12D6B1669}"/>
              </a:ext>
            </a:extLst>
          </p:cNvPr>
          <p:cNvSpPr/>
          <p:nvPr/>
        </p:nvSpPr>
        <p:spPr>
          <a:xfrm>
            <a:off x="2044700" y="27466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763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87372B-7033-4542-5B5C-932A750DD3BD}"/>
              </a:ext>
            </a:extLst>
          </p:cNvPr>
          <p:cNvSpPr/>
          <p:nvPr/>
        </p:nvSpPr>
        <p:spPr>
          <a:xfrm>
            <a:off x="2044700" y="34220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132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EE562B-D175-8284-F2CD-AF9F3597F4CA}"/>
              </a:ext>
            </a:extLst>
          </p:cNvPr>
          <p:cNvSpPr/>
          <p:nvPr/>
        </p:nvSpPr>
        <p:spPr>
          <a:xfrm>
            <a:off x="2044700" y="40974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987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109AA-66F8-0F7D-C076-DCF10D903629}"/>
              </a:ext>
            </a:extLst>
          </p:cNvPr>
          <p:cNvSpPr/>
          <p:nvPr/>
        </p:nvSpPr>
        <p:spPr>
          <a:xfrm>
            <a:off x="1022350" y="47665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8CC394-F79C-872A-AEB8-BCEBE05259AB}"/>
              </a:ext>
            </a:extLst>
          </p:cNvPr>
          <p:cNvSpPr/>
          <p:nvPr/>
        </p:nvSpPr>
        <p:spPr>
          <a:xfrm>
            <a:off x="1022350" y="13894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23EDB9-8BD3-9E38-2069-E64540DF2DAF}"/>
              </a:ext>
            </a:extLst>
          </p:cNvPr>
          <p:cNvSpPr/>
          <p:nvPr/>
        </p:nvSpPr>
        <p:spPr>
          <a:xfrm>
            <a:off x="1022350" y="20649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86B092-2B7F-5A29-EFE9-ED05AAF5544B}"/>
              </a:ext>
            </a:extLst>
          </p:cNvPr>
          <p:cNvSpPr/>
          <p:nvPr/>
        </p:nvSpPr>
        <p:spPr>
          <a:xfrm>
            <a:off x="1022350" y="27403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5C350A-CB0D-3629-7722-4432C82C5033}"/>
              </a:ext>
            </a:extLst>
          </p:cNvPr>
          <p:cNvSpPr/>
          <p:nvPr/>
        </p:nvSpPr>
        <p:spPr>
          <a:xfrm>
            <a:off x="1022350" y="34157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953326-334D-1305-3E7D-049DCCC22157}"/>
              </a:ext>
            </a:extLst>
          </p:cNvPr>
          <p:cNvSpPr/>
          <p:nvPr/>
        </p:nvSpPr>
        <p:spPr>
          <a:xfrm>
            <a:off x="1022350" y="40911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CD3B52-1CFD-4446-E84C-A5A15262E5EC}"/>
              </a:ext>
            </a:extLst>
          </p:cNvPr>
          <p:cNvSpPr/>
          <p:nvPr/>
        </p:nvSpPr>
        <p:spPr>
          <a:xfrm>
            <a:off x="762000" y="4667250"/>
            <a:ext cx="3200400" cy="8001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0DF14B-D280-5737-1EA1-A6A56E1216CF}"/>
              </a:ext>
            </a:extLst>
          </p:cNvPr>
          <p:cNvCxnSpPr/>
          <p:nvPr/>
        </p:nvCxnSpPr>
        <p:spPr>
          <a:xfrm flipH="1">
            <a:off x="4019550" y="2184400"/>
            <a:ext cx="984250" cy="2324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91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5037-BB2E-2AE2-6DD9-7D8F4943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4CDEF89-9F40-2EC8-CD5F-CBBA4E11B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0" y="199707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*a;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*a;          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&amp;a;        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</p:txBody>
      </p:sp>
      <p:sp>
        <p:nvSpPr>
          <p:cNvPr id="26" name="Content Placeholder 23">
            <a:extLst>
              <a:ext uri="{FF2B5EF4-FFF2-40B4-BE49-F238E27FC236}">
                <a16:creationId xmlns:a16="http://schemas.microsoft.com/office/drawing/2014/main" id="{4E0A924E-8766-7F4F-80E6-11E377304C85}"/>
              </a:ext>
            </a:extLst>
          </p:cNvPr>
          <p:cNvSpPr txBox="1">
            <a:spLocks/>
          </p:cNvSpPr>
          <p:nvPr/>
        </p:nvSpPr>
        <p:spPr>
          <a:xfrm>
            <a:off x="6451600" y="1825625"/>
            <a:ext cx="52451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Arial"/>
              </a:rPr>
              <a:t>En variable </a:t>
            </a:r>
            <a:r>
              <a:rPr lang="en-US" dirty="0" err="1">
                <a:cs typeface="Arial"/>
              </a:rPr>
              <a:t>hvor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er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annen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ligger </a:t>
            </a:r>
            <a:r>
              <a:rPr lang="en-US" dirty="0" err="1">
                <a:cs typeface="Arial"/>
              </a:rPr>
              <a:t>på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 A </a:t>
            </a:r>
            <a:r>
              <a:rPr lang="en-US" dirty="0" err="1">
                <a:cs typeface="Arial"/>
              </a:rPr>
              <a:t>har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08D44-0EA3-5AEE-D9CF-473D3FE129FA}"/>
              </a:ext>
            </a:extLst>
          </p:cNvPr>
          <p:cNvSpPr/>
          <p:nvPr/>
        </p:nvSpPr>
        <p:spPr>
          <a:xfrm>
            <a:off x="2044700" y="4772891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DC234C-0611-1B42-B95E-0572DF574D65}"/>
              </a:ext>
            </a:extLst>
          </p:cNvPr>
          <p:cNvSpPr/>
          <p:nvPr/>
        </p:nvSpPr>
        <p:spPr>
          <a:xfrm>
            <a:off x="2044700" y="13958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659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E9B61A-7ACB-A633-A8A2-E5DD96BA4415}"/>
              </a:ext>
            </a:extLst>
          </p:cNvPr>
          <p:cNvSpPr/>
          <p:nvPr/>
        </p:nvSpPr>
        <p:spPr>
          <a:xfrm>
            <a:off x="2044700" y="20712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8D8D7D-57EA-0569-6110-D9453287F720}"/>
              </a:ext>
            </a:extLst>
          </p:cNvPr>
          <p:cNvSpPr/>
          <p:nvPr/>
        </p:nvSpPr>
        <p:spPr>
          <a:xfrm>
            <a:off x="2044700" y="27466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763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25C5B-D1AF-2278-30E4-D4F45DBF5828}"/>
              </a:ext>
            </a:extLst>
          </p:cNvPr>
          <p:cNvSpPr/>
          <p:nvPr/>
        </p:nvSpPr>
        <p:spPr>
          <a:xfrm>
            <a:off x="2044700" y="34220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132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1F578-4CC8-0A9E-E761-820A8842F673}"/>
              </a:ext>
            </a:extLst>
          </p:cNvPr>
          <p:cNvSpPr/>
          <p:nvPr/>
        </p:nvSpPr>
        <p:spPr>
          <a:xfrm>
            <a:off x="2044700" y="40974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987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00AE38-6C66-1493-D0F2-6A3FC8D36E17}"/>
              </a:ext>
            </a:extLst>
          </p:cNvPr>
          <p:cNvSpPr/>
          <p:nvPr/>
        </p:nvSpPr>
        <p:spPr>
          <a:xfrm>
            <a:off x="1022350" y="47665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6B80D-DB8A-2CEE-358A-F870ADAD6B6D}"/>
              </a:ext>
            </a:extLst>
          </p:cNvPr>
          <p:cNvSpPr/>
          <p:nvPr/>
        </p:nvSpPr>
        <p:spPr>
          <a:xfrm>
            <a:off x="1022350" y="13894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B5B047-70B4-6C97-9EE9-6BF19D02CDA0}"/>
              </a:ext>
            </a:extLst>
          </p:cNvPr>
          <p:cNvSpPr/>
          <p:nvPr/>
        </p:nvSpPr>
        <p:spPr>
          <a:xfrm>
            <a:off x="1022350" y="20649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563961-4D73-142C-BAA1-0E12D87D7A92}"/>
              </a:ext>
            </a:extLst>
          </p:cNvPr>
          <p:cNvSpPr/>
          <p:nvPr/>
        </p:nvSpPr>
        <p:spPr>
          <a:xfrm>
            <a:off x="1022350" y="27403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93ABCE-9268-C2A8-7E3B-952DFBA01210}"/>
              </a:ext>
            </a:extLst>
          </p:cNvPr>
          <p:cNvSpPr/>
          <p:nvPr/>
        </p:nvSpPr>
        <p:spPr>
          <a:xfrm>
            <a:off x="1022350" y="34157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7724A1-1EFB-0561-C5F5-55FDB1FB41BA}"/>
              </a:ext>
            </a:extLst>
          </p:cNvPr>
          <p:cNvSpPr/>
          <p:nvPr/>
        </p:nvSpPr>
        <p:spPr>
          <a:xfrm>
            <a:off x="1022350" y="40911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7770B6-AAF4-7E60-E2ED-73D80292440A}"/>
              </a:ext>
            </a:extLst>
          </p:cNvPr>
          <p:cNvSpPr/>
          <p:nvPr/>
        </p:nvSpPr>
        <p:spPr>
          <a:xfrm>
            <a:off x="914400" y="4667250"/>
            <a:ext cx="1041400" cy="8001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2E2CB2-201A-DACC-DD7F-D53B04FE1836}"/>
              </a:ext>
            </a:extLst>
          </p:cNvPr>
          <p:cNvCxnSpPr/>
          <p:nvPr/>
        </p:nvCxnSpPr>
        <p:spPr>
          <a:xfrm flipH="1">
            <a:off x="1816100" y="4381500"/>
            <a:ext cx="3187700" cy="6286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4445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78325-9BC5-6EA2-7FF7-123795E2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8A0ED1F-964F-63B8-40EF-65A2A821A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0" y="199707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*a;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*a;          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&amp;a;        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</p:txBody>
      </p:sp>
      <p:sp>
        <p:nvSpPr>
          <p:cNvPr id="26" name="Content Placeholder 23">
            <a:extLst>
              <a:ext uri="{FF2B5EF4-FFF2-40B4-BE49-F238E27FC236}">
                <a16:creationId xmlns:a16="http://schemas.microsoft.com/office/drawing/2014/main" id="{B5D7548E-11FC-2E6B-9A6B-D41846725239}"/>
              </a:ext>
            </a:extLst>
          </p:cNvPr>
          <p:cNvSpPr txBox="1">
            <a:spLocks/>
          </p:cNvSpPr>
          <p:nvPr/>
        </p:nvSpPr>
        <p:spPr>
          <a:xfrm>
            <a:off x="6451600" y="1825625"/>
            <a:ext cx="52451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Arial"/>
              </a:rPr>
              <a:t>En variable </a:t>
            </a:r>
            <a:r>
              <a:rPr lang="en-US" dirty="0" err="1">
                <a:cs typeface="Arial"/>
              </a:rPr>
              <a:t>hvor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er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annen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ligger </a:t>
            </a:r>
            <a:r>
              <a:rPr lang="en-US" dirty="0" err="1">
                <a:cs typeface="Arial"/>
              </a:rPr>
              <a:t>på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 A </a:t>
            </a:r>
            <a:r>
              <a:rPr lang="en-US" dirty="0" err="1">
                <a:cs typeface="Arial"/>
              </a:rPr>
              <a:t>har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8CE1B-994C-23CC-B792-353D343A390D}"/>
              </a:ext>
            </a:extLst>
          </p:cNvPr>
          <p:cNvSpPr/>
          <p:nvPr/>
        </p:nvSpPr>
        <p:spPr>
          <a:xfrm>
            <a:off x="2044700" y="4772891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AF34-249F-8473-525E-89BC3A66AF8B}"/>
              </a:ext>
            </a:extLst>
          </p:cNvPr>
          <p:cNvSpPr/>
          <p:nvPr/>
        </p:nvSpPr>
        <p:spPr>
          <a:xfrm>
            <a:off x="2044700" y="13958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659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6CF90F-7A40-7C9E-5BC7-827DF15B2F68}"/>
              </a:ext>
            </a:extLst>
          </p:cNvPr>
          <p:cNvSpPr/>
          <p:nvPr/>
        </p:nvSpPr>
        <p:spPr>
          <a:xfrm>
            <a:off x="2044700" y="20712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EBE176-4A95-390B-9443-21EB4DCF1176}"/>
              </a:ext>
            </a:extLst>
          </p:cNvPr>
          <p:cNvSpPr/>
          <p:nvPr/>
        </p:nvSpPr>
        <p:spPr>
          <a:xfrm>
            <a:off x="2044700" y="27466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763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3106E1-F943-4077-0998-55E1F81A3412}"/>
              </a:ext>
            </a:extLst>
          </p:cNvPr>
          <p:cNvSpPr/>
          <p:nvPr/>
        </p:nvSpPr>
        <p:spPr>
          <a:xfrm>
            <a:off x="2044700" y="34220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132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7651F-93A0-2FDA-D891-0A4020BA5CD1}"/>
              </a:ext>
            </a:extLst>
          </p:cNvPr>
          <p:cNvSpPr/>
          <p:nvPr/>
        </p:nvSpPr>
        <p:spPr>
          <a:xfrm>
            <a:off x="2044700" y="40974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987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AF7C0D-2560-7B04-18CD-76B3986B088B}"/>
              </a:ext>
            </a:extLst>
          </p:cNvPr>
          <p:cNvSpPr/>
          <p:nvPr/>
        </p:nvSpPr>
        <p:spPr>
          <a:xfrm>
            <a:off x="1022350" y="47665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3AC892-A21B-5A21-762B-7521630CCE77}"/>
              </a:ext>
            </a:extLst>
          </p:cNvPr>
          <p:cNvSpPr/>
          <p:nvPr/>
        </p:nvSpPr>
        <p:spPr>
          <a:xfrm>
            <a:off x="1022350" y="13894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089038-0708-978B-DEED-9BBFF5F59005}"/>
              </a:ext>
            </a:extLst>
          </p:cNvPr>
          <p:cNvSpPr/>
          <p:nvPr/>
        </p:nvSpPr>
        <p:spPr>
          <a:xfrm>
            <a:off x="1022350" y="20649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A73195-0295-6FEE-0439-2279A5CDEE99}"/>
              </a:ext>
            </a:extLst>
          </p:cNvPr>
          <p:cNvSpPr/>
          <p:nvPr/>
        </p:nvSpPr>
        <p:spPr>
          <a:xfrm>
            <a:off x="1022350" y="27403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19BCE8-1452-AB21-2C7E-929843E6EBE8}"/>
              </a:ext>
            </a:extLst>
          </p:cNvPr>
          <p:cNvSpPr/>
          <p:nvPr/>
        </p:nvSpPr>
        <p:spPr>
          <a:xfrm>
            <a:off x="1022350" y="34157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AE85E-DFFB-1917-1E0B-27BF9F15B31B}"/>
              </a:ext>
            </a:extLst>
          </p:cNvPr>
          <p:cNvSpPr/>
          <p:nvPr/>
        </p:nvSpPr>
        <p:spPr>
          <a:xfrm>
            <a:off x="1022350" y="40911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B37A7D-F98E-CDF7-B82A-D479D5B87EE7}"/>
              </a:ext>
            </a:extLst>
          </p:cNvPr>
          <p:cNvSpPr/>
          <p:nvPr/>
        </p:nvSpPr>
        <p:spPr>
          <a:xfrm>
            <a:off x="1847850" y="1962150"/>
            <a:ext cx="2025650" cy="787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F62F02-1182-BFAF-34EF-F0AF25C61782}"/>
              </a:ext>
            </a:extLst>
          </p:cNvPr>
          <p:cNvCxnSpPr/>
          <p:nvPr/>
        </p:nvCxnSpPr>
        <p:spPr>
          <a:xfrm flipH="1">
            <a:off x="3321050" y="3352800"/>
            <a:ext cx="1695450" cy="16446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DD52568-A6D6-29BA-6881-531E2C055292}"/>
              </a:ext>
            </a:extLst>
          </p:cNvPr>
          <p:cNvCxnSpPr>
            <a:cxnSpLocks/>
          </p:cNvCxnSpPr>
          <p:nvPr/>
        </p:nvCxnSpPr>
        <p:spPr>
          <a:xfrm flipH="1" flipV="1">
            <a:off x="1689100" y="2425699"/>
            <a:ext cx="781050" cy="25590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927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0115-DCAD-D66D-6F9A-6268C301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2E8B1EC-B0F2-63E1-B613-CFA6292379B3}"/>
              </a:ext>
            </a:extLst>
          </p:cNvPr>
          <p:cNvSpPr txBox="1">
            <a:spLocks/>
          </p:cNvSpPr>
          <p:nvPr/>
        </p:nvSpPr>
        <p:spPr>
          <a:xfrm>
            <a:off x="960887" y="1254732"/>
            <a:ext cx="4654431" cy="4354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    Swap(a, b);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a, int b)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a;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    a = 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    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1507CFA-F017-A7A8-7A1B-4BA72BE2DCEC}"/>
              </a:ext>
            </a:extLst>
          </p:cNvPr>
          <p:cNvSpPr txBox="1">
            <a:spLocks/>
          </p:cNvSpPr>
          <p:nvPr/>
        </p:nvSpPr>
        <p:spPr>
          <a:xfrm>
            <a:off x="6576443" y="1254732"/>
            <a:ext cx="4654431" cy="435493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sz="2400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    int </a:t>
            </a:r>
            <a:r>
              <a:rPr lang="en-US" sz="2400" dirty="0" err="1">
                <a:cs typeface="Arial"/>
              </a:rPr>
              <a:t>tmp</a:t>
            </a:r>
            <a:r>
              <a:rPr lang="en-US" sz="2400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    *b = </a:t>
            </a:r>
            <a:r>
              <a:rPr lang="en-US" sz="2400" dirty="0" err="1">
                <a:cs typeface="Arial"/>
              </a:rPr>
              <a:t>tmp</a:t>
            </a:r>
            <a:r>
              <a:rPr lang="en-US" sz="2400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4074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2F44-748F-7D06-67DB-15CF6846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10DA5-C99A-4D29-21FB-9318B105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C498B-E981-1C96-93BB-B6CB9BA873A9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67232-4102-9180-0434-92D3371CC988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E7D21-795E-DD65-4428-E38905F25A54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3F890F-658D-C996-B553-A68E65B83B9C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045B8-7DE4-B187-D1E2-400A0948C51C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696C2-24FC-E48E-7A59-706C3662562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75080-6467-5957-5364-4776875D5751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C94DC-A0AB-4336-3954-635442259E0C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FB0B90-D01F-A8E3-5369-35B81E5F9C78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2D83B6-42BB-8951-280C-6EF1D30759BA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C1EDB-C88B-B956-1551-5C03EE22CBCC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866468-45AC-314A-4800-A17D846E6BE2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46F11-958C-98F3-DFF7-9B02A7D90B5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670FF5-8182-1AED-C6D8-9746E4A9E70E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ABFD5-1617-545F-17A7-6449FEFF689D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2FB8A6-7B2F-1E8B-0225-8C327ABED4A4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94F0BE-6C04-737B-28E6-7D9A2FAFF7D3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55D1A3-147D-FED3-ED26-3431F6AEE943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346C3B-14B5-5282-08AB-218602FD75DC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AAC2D0-781E-4EEB-7E7A-FB4A02F09963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39DDD2B-143F-77F0-13DF-C450A1263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29000"/>
              </p:ext>
            </p:extLst>
          </p:nvPr>
        </p:nvGraphicFramePr>
        <p:xfrm>
          <a:off x="7575550" y="723900"/>
          <a:ext cx="4218938" cy="93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8275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7150-4AAD-8227-836C-00DE459C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1DFF3-DEC1-7137-5422-D3990E4EE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8E4E5-B33A-EDB5-94FC-617F75AD9A2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AF8D06-6919-6783-7E72-FAFF5F46B05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C5E439-AA6B-8CFC-92A4-0AA8F16DBF1A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D959AD-C60C-074E-4740-E9F02742727F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95B87-0969-0CD2-BD28-984636B2175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42517E-93E0-081E-A07A-DC0D2EED46DA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983ED-761E-61F1-AE66-D3ED72D5D657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6EADA2-7E3E-5FE7-12C7-76CBD60944EC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520F0-329B-FCDA-02DC-56431A578CF2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2D38D1-47DD-7A04-0009-9C95F6C7C339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E15FA-0C16-39EF-3D78-0B624697E1F7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BA1090-963D-EA8A-3473-95320D60ABFC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386F79-0CEE-8081-E903-D5CD89549AD4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393058-91FA-21DF-CBA8-F15691D2C4D0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36641-D698-D350-42FB-741CB7058420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BFB3F-2E92-F7BC-2830-7B1FF761568A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A6BDAB-0B88-5ABF-9525-A8542D502E8E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A00699-8C42-E87A-F9CF-F6C287DA6FA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F87418-E309-1335-E505-4F2435A205E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076351-9617-28F8-1A41-3C1E585E03E5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FBD5587-021D-744F-2FBA-480C2C58D2C5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279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436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3B811-F979-9785-A1FA-9FC6C021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A93CB-5F24-52A3-02CF-796D7C51F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2DABB-A201-EAA6-0B92-99B5915E842E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E1156-3112-754C-D3FF-057BF4AC32F7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8C9E86-2094-A574-C790-B79A688BD204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71E0A9-9FC5-8F31-00A0-186B1D2B5846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906DE7-2A3F-CE46-4A90-82FDEE7FA904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56C80D-B8A4-39EF-C3B4-A034AEF43D79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6B839-2F2E-613F-8C4A-803B7ACEA275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18FDED-416C-AFB0-52F6-5BE647F4E332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803C85-2C37-1D21-8AE4-BD0FD4EC405C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7D4F22-0D16-12C1-0CFF-10E47133864E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72A30-1569-BF68-5957-FCD8DBCA671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44B3B7-1A00-380D-87E2-7E8AE72CCD96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37693-27A1-174B-696A-6D69759FB74C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A8CB89-4B5A-F860-2F8B-1E52923E35F9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2769A-5FA9-DD9C-97DC-AAF292B8F60A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45D9B9-5045-5DAC-B34B-B103011C89DA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3D7500-967C-1874-A0F0-17298A44BCE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7C694-8B64-83F4-90A6-9EC09220BF02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8F69BB-CC99-0057-01EE-BE7A1C3C2A0E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AC5C4E-19C7-9A49-E77C-D04706AD1096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9B65BAA-2581-B806-2570-7A0CC3FAF6C7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279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2651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5406-D4F2-CE8A-BD66-6D91EB16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C676-1B09-5085-446A-23AA70D70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highlight>
                  <a:srgbClr val="808000"/>
                </a:highlight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5BB17-2556-A23C-E7D7-1214732BBA74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12CE5-8A31-7F4D-71C0-90EEDBAC359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935FC9-EB43-8A6A-6D20-6AED5224BCBB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D8C2D2-7CA4-1DC6-9379-9A3EC7FEFCA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01638D-C9DE-0C43-B31A-23817FE0AF45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B668E-28B2-B817-B6BD-FF64F79116B9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D864E1-6198-BD32-88BC-9974FDD395AD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3686C3-B3E6-A37B-BDA5-E19272F3525C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3C5922-B973-3297-3BB9-44FEE7A77363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BBCAE-3920-D08B-826A-489688954687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1F176-9545-C828-4116-82D3B0170934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B39071-DC5B-4979-4CBF-C3AE2A92A882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CD9044-85E3-8B65-CD92-43B22AF25FE3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DF43A2-61DE-96F9-C897-FE03C0F31A62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9F8EFC-0961-06FD-C1D2-15126734610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97375E-EF7B-B0F6-296A-CEC73C074AA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00885C-B0FE-44E1-C276-AA5A2630C0A6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9AA7CE-EA3F-6D19-3E6B-C78B19CFE935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6A03D-862E-2D84-3CE7-3641D3FECA4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F158CF-AF1C-A15D-992B-F5C372DC57E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0DB0BD3-0B7D-1E3A-387D-5EFD2968C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45813"/>
              </p:ext>
            </p:extLst>
          </p:nvPr>
        </p:nvGraphicFramePr>
        <p:xfrm>
          <a:off x="7575550" y="723900"/>
          <a:ext cx="4218938" cy="4658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6170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0027-2DE7-9F98-2DA7-CA134A09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A842C-BBF1-5D2B-8B76-C2A41E442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int </a:t>
            </a:r>
            <a:r>
              <a:rPr lang="en-US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3B006-4C74-1FBE-2AD9-84E0E389DCA4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D1AAF8-0545-0A44-36E0-D6623281FDAA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DEC6C-12FA-559A-3B22-B92898FC8F6D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2F19D-9631-D517-6C2A-58EB9BAF955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F1FCE-21E7-2C77-AA68-9C3F65BB7989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A22EE-BCF2-7F35-6AB3-24F389C3E105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D58D1-F70D-0B3A-73EC-B8A3B4091E7E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16B19C-A05E-1E50-88AE-F9E21DC69594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C718C9-EB4C-96BB-275E-6C90EB09A46C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6484F1-22B5-0B33-6954-7A5712B0FA4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EDEE1-51C7-F400-B952-67FCA12B138E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48F77-1131-09EC-258C-E97856B38C11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CFE1CA-4EDA-9508-7A5E-B2E8D7C37988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0FB8DC-B760-E316-ED46-74C85A540E47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9B8F4B-719F-8476-15AD-0D7243DEAA99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5D5753-5C5B-8195-6A9F-7E8403700367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89F38E-66B0-C4CB-C185-1E0AE6050EB2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CC3B48-A3F3-A736-F2AD-30175FE50C0D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C541D0-2295-7CD5-0A9D-6B4E4A3B0317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A79F07-B195-2F71-D025-B5726169FD68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D3BA2B5-83DE-7A6E-2B46-F950346E94D6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9005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9ACBB-3C47-C521-7762-B6C7B814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7487F998-6C39-F1EB-592C-01338F6EA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*a;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*a;           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&amp;a;        </a:t>
            </a:r>
            <a:endParaRPr lang="en-US" dirty="0"/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</p:txBody>
      </p:sp>
      <p:sp>
        <p:nvSpPr>
          <p:cNvPr id="26" name="Content Placeholder 23">
            <a:extLst>
              <a:ext uri="{FF2B5EF4-FFF2-40B4-BE49-F238E27FC236}">
                <a16:creationId xmlns:a16="http://schemas.microsoft.com/office/drawing/2014/main" id="{D5A02A79-8206-506D-7304-1A4FC8C6CC77}"/>
              </a:ext>
            </a:extLst>
          </p:cNvPr>
          <p:cNvSpPr txBox="1">
            <a:spLocks/>
          </p:cNvSpPr>
          <p:nvPr/>
        </p:nvSpPr>
        <p:spPr>
          <a:xfrm>
            <a:off x="23368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Arial"/>
              </a:rPr>
              <a:t>En variable </a:t>
            </a:r>
            <a:r>
              <a:rPr lang="en-US" dirty="0" err="1">
                <a:cs typeface="Arial"/>
              </a:rPr>
              <a:t>hvor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er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annen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Verdien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ligger </a:t>
            </a:r>
            <a:r>
              <a:rPr lang="en-US" dirty="0" err="1">
                <a:cs typeface="Arial"/>
              </a:rPr>
              <a:t>på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 A </a:t>
            </a:r>
            <a:r>
              <a:rPr lang="en-US" dirty="0" err="1">
                <a:cs typeface="Arial"/>
              </a:rPr>
              <a:t>har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som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verdi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 err="1">
                <a:cs typeface="Arial"/>
              </a:rPr>
              <a:t>Adressen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til</a:t>
            </a:r>
            <a:r>
              <a:rPr lang="en-US" dirty="0">
                <a:cs typeface="Arial"/>
              </a:rPr>
              <a:t> </a:t>
            </a:r>
            <a:r>
              <a:rPr lang="en-US" dirty="0" err="1">
                <a:cs typeface="Arial"/>
              </a:rPr>
              <a:t>variabelen</a:t>
            </a:r>
            <a:r>
              <a:rPr lang="en-US" dirty="0">
                <a:cs typeface="Arial"/>
              </a:rPr>
              <a:t> 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267BB4-AEC5-BA71-D788-547B745F9735}"/>
              </a:ext>
            </a:extLst>
          </p:cNvPr>
          <p:cNvSpPr/>
          <p:nvPr/>
        </p:nvSpPr>
        <p:spPr>
          <a:xfrm>
            <a:off x="370475" y="2458607"/>
            <a:ext cx="11695226" cy="126298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063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09FEC-46C0-5197-7F65-B4FA1A68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34169-09F8-D4A9-0C05-0955E1846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int </a:t>
            </a:r>
            <a:r>
              <a:rPr lang="en-US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E56E6-B66A-3670-FA44-EFA76C8E1A68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4304F-472A-893A-4F60-50B3C1AB6E72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F0E6B7-7C9C-9CD5-E198-703D7030D0D8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2B591-2DCA-FDFC-9D7A-2473B21EA489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1376C-3856-A4F8-A64B-8F53F1217EA5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62347E-366E-6440-1CDC-5D62E25DB8CE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0D6F78-E14C-17C3-FAA7-DEB5A7F857F8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65443A-7E0A-23A0-DBF6-D27A08E2B77E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12BDEE-6492-1051-0842-19E998F1C7BC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E16553-71EB-E5F6-FD4C-26492E22534B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A42E7-52B8-EF90-8AA7-B5FF6C9EE470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3888B-5277-0142-AA2A-511A00157218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D6B75A-06AE-781D-8B4B-2162F9702EDD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C6D3CB-A26A-68A0-682B-7D35B59E061A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4DFD24-CE46-4595-2063-C5CE24A58283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866464-DBA8-E1AF-643F-A8F6996C063D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1CB46-2E0D-666C-ED2D-5054B3E50CDC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D0C87-19B6-CD71-ABC1-C9B6548C789B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E80A98-BA5F-21E0-D7BD-33AAB56D657D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6C0372-9B53-1F2F-8294-A8657DADC14F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D4B5C89-0D28-199F-6D5F-29A74EFA5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655436"/>
              </p:ext>
            </p:extLst>
          </p:nvPr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" name="Arrow: Left 1">
            <a:extLst>
              <a:ext uri="{FF2B5EF4-FFF2-40B4-BE49-F238E27FC236}">
                <a16:creationId xmlns:a16="http://schemas.microsoft.com/office/drawing/2014/main" id="{B986DD45-CE3C-847A-D283-263D403C19D5}"/>
              </a:ext>
            </a:extLst>
          </p:cNvPr>
          <p:cNvSpPr/>
          <p:nvPr/>
        </p:nvSpPr>
        <p:spPr>
          <a:xfrm rot="-3120000">
            <a:off x="433865" y="5718803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71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5554-8EFB-C20A-17F9-3B625D1F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A331E-006A-861D-23E3-E2FDA2B4F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int </a:t>
            </a:r>
            <a:r>
              <a:rPr lang="en-US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DE7DDF-BFB1-C625-9A7E-0AAF6D224286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8227D3-D80F-064C-7E79-18C278B04DED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0BC503-FEB3-88AF-D693-059C9D05B4D9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DC805D-6BD7-4D72-287C-73BA5F3AD82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12C0D1-55D1-E647-9BBD-6C7105067F07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0F7D40-9DA0-5C2C-58DC-BAF28C893EE8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28888-9AF9-F735-1068-4E537BBED97D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9B57B-3C91-E048-3B50-443F63C52A30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C908D-344F-D97E-AA7D-70D348B884CE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264375-AA74-CBD8-D5B2-95A562865736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73BD4-50BC-1440-CE6A-E69FFD19100B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D973F-98EF-8FB1-0561-645F4B315460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03C09-8CF9-90E4-FF09-1F7486D4E78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C4B07F-3F68-DE27-E235-935DAA43F310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4C24A-1755-5DFE-20FE-7AACF04A915B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261620-89F2-7D17-716D-3C90CF5B3E99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C90E6E-E9B6-00B5-6A1D-924E91081439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A457D3-1182-7553-A53C-A20645B930B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CF119D-75EF-3479-997E-519B920AFC1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8F9AB3-2F15-7C4B-56E1-09497666B0F1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2EBC04E-FADB-3860-0546-6ED2C0F35C88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" name="Arrow: Left 1">
            <a:extLst>
              <a:ext uri="{FF2B5EF4-FFF2-40B4-BE49-F238E27FC236}">
                <a16:creationId xmlns:a16="http://schemas.microsoft.com/office/drawing/2014/main" id="{F2E10E1B-3607-CD99-BEB7-8529F66C2962}"/>
              </a:ext>
            </a:extLst>
          </p:cNvPr>
          <p:cNvSpPr/>
          <p:nvPr/>
        </p:nvSpPr>
        <p:spPr>
          <a:xfrm rot="-3120000">
            <a:off x="433865" y="5718803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DC06E302-6E56-A6AF-1559-8E5B8D3E5E3C}"/>
              </a:ext>
            </a:extLst>
          </p:cNvPr>
          <p:cNvSpPr/>
          <p:nvPr/>
        </p:nvSpPr>
        <p:spPr>
          <a:xfrm rot="-5400000">
            <a:off x="1799593" y="4927718"/>
            <a:ext cx="2972220" cy="633478"/>
          </a:xfrm>
          <a:prstGeom prst="curved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1613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24BD-A7AD-F428-5045-BE8D7C6F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A6F0-E0C4-2F69-C84E-70107712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07740-1508-6810-DD32-9DECED92A4F8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1E384-8DA2-7ABF-FC92-35099E33FFE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73C1BC-00E9-C430-A1D7-04930246B512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A7E49-72B9-3AF3-0FE7-703D38490CA5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EA8AE-6618-6317-66AF-0534ABA94DA5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E89264-E4B4-B091-B7A1-F877CB98F19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30DD48-0FC8-4B82-2965-51D1FA63A6E7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BBCBD-5773-70E9-C5E7-B761402DECD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A48B2-9317-9985-E9C9-3467E4312FE3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33AD-EF87-B546-EA82-79C5573BE928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24A61-931A-D1C3-7DE7-D2F6C2E075AC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AA6DC9-D7D4-5938-A356-2357E2E41F92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3AF3A-8556-1024-4FB8-9825F0C20E56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12052-EA3E-90E5-A80B-55852D268C69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D6599F-BDDB-2960-A80D-47B8C552A92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242E62-381E-26F1-191F-C31DF9D763E1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86A427-6239-BB63-17F5-9BCE20A164B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3AA06D-F059-40F2-429F-957BB9354BFE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79BF57-05F1-7F8B-E295-42C918F32828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56D159-9090-BD0A-C390-BC5FB89E7101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478DDA5-0DAF-190D-4581-D0DD9AC6461B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599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0C9D-4636-0CBB-D00B-B019142C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50B9-528E-A906-E30E-B9B5ACCD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4C325-46C3-2F96-78A1-980FDFF38BB7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FEAC7-E25C-05F9-913E-4E2835A376B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FA1AC7-BACA-6AB0-785F-ACCF1CC03C9C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B2AE33-3418-792D-63E2-B52CDC7FEB9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FF84EC-9AE4-DFAF-3F29-E7F31B24E41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42485E-AA90-03A5-7FEB-E43DFC97BF7F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70E181-E51B-7A06-3B0A-9EBF9996F248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51FB4-F6DE-DAFE-3788-4F3AE858BA67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C51331-341D-3580-8C0E-33EA0549DE55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8EC25-3058-4E8C-C26B-6FFFCE2741B4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C2AFF-FB1F-AAE3-BAC3-9BF39BAD8C1B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8BFA5-DF59-5FA4-0441-DDBF78CD8859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05502-5AA8-B07B-01D5-8C7C67BC7EFD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9A50C-38D7-49E4-34CF-E224F6556F7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7AAC6D-0C60-AE66-B5D8-70F609B860B7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12E2F8-93A2-E1BE-DC9D-858221666A3C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83D3E-0C0C-F7EC-0851-E75370A0F18A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72026-E47A-4FE3-788B-045B5554C30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63F161-6F29-066E-3590-0F85D21A5AA6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33AF4-C188-7A58-8A91-772DE7F5E533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C4C5017-2578-2737-2389-8A73FF189207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6" name="Arrow: Left 25">
            <a:extLst>
              <a:ext uri="{FF2B5EF4-FFF2-40B4-BE49-F238E27FC236}">
                <a16:creationId xmlns:a16="http://schemas.microsoft.com/office/drawing/2014/main" id="{A57C11B9-7D73-6207-ACCD-FD8581E10B2E}"/>
              </a:ext>
            </a:extLst>
          </p:cNvPr>
          <p:cNvSpPr/>
          <p:nvPr/>
        </p:nvSpPr>
        <p:spPr>
          <a:xfrm rot="-3120000">
            <a:off x="433865" y="5718803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422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A54E-0C7A-108C-8985-0B605F94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9C48-FC6D-FDE1-DEC5-4974A807A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422A2-F4A4-BAA5-A5C4-18DC9F4AD930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2D144-2635-84DE-300F-4401DE86A3E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3F4F5E-8993-212F-9E97-84248DB4CE7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14E0D-A765-7634-BCAB-A74CDA391F49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4CA7F-3766-711A-0C76-F50CB6E86C85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98B87A-A360-7D8A-2A33-12EF57DF887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DCD0A2-6D87-BB40-70CA-9213F3BB689C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F7766D-828D-F781-8338-F07F16B7B2A8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D84B2-C1DD-4F31-CB90-C47A469857C7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5C511-8A00-9C25-23EC-77DA7A223E3B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4497FC-A979-DF42-E318-2C315BDD8F11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70747-2937-6D95-5298-337133E359CE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C0C15-C510-41DD-6E9F-FF3415C3A59D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B497F9-CB9D-C028-4685-3C3C4FE1360C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FD4999-C797-A04E-E94B-9FEA59D2F6B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F0B6C1-FCE2-09DF-011D-EF7D38BD533C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41B048-101A-A893-FEF4-5D5FD252CC15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B64149-8B27-4E85-4174-1750783B1B82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DD6C3E-7C78-CD62-B291-8114753BE8D5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804858-7BA6-732B-1918-6C742160E2D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C369146-BB0E-D58D-A15E-C53159139B5C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6" name="Arrow: Left 25">
            <a:extLst>
              <a:ext uri="{FF2B5EF4-FFF2-40B4-BE49-F238E27FC236}">
                <a16:creationId xmlns:a16="http://schemas.microsoft.com/office/drawing/2014/main" id="{561628DD-5DF2-CB75-C6EE-8F93326AA57F}"/>
              </a:ext>
            </a:extLst>
          </p:cNvPr>
          <p:cNvSpPr/>
          <p:nvPr/>
        </p:nvSpPr>
        <p:spPr>
          <a:xfrm rot="-3120000">
            <a:off x="433865" y="5718803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D1ECEA72-6844-67EE-4BE3-0132683EB9C4}"/>
              </a:ext>
            </a:extLst>
          </p:cNvPr>
          <p:cNvSpPr/>
          <p:nvPr/>
        </p:nvSpPr>
        <p:spPr>
          <a:xfrm rot="-3120000">
            <a:off x="435303" y="5040911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81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D50F-3059-75DE-1011-8C2D2266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3FFF-69E5-6020-4D52-8AA2542A5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4337F-CF34-06B7-65EC-60E08E23443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D3820E-B411-0C81-705A-14384DB259C2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FFD29-B8F6-3165-BAD4-36228AB65AF8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171530-7252-8B8E-412F-92BB9FFAC0DA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8C93C-DB48-FDAA-5B9A-D1670EA4332E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CB7CEF-C1EC-55EA-52FB-9238E0EB3CD3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2C068C-B1F6-A9F1-349E-CEBF9DA322AD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DCFF28-5D7A-9D46-F98D-4E643CE00BCE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02C94-B752-F7BD-2289-C0F5AA70E9B1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A7F282-9BF4-2C9B-58BE-7D9E88E818D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E4690-4521-2150-F0D7-8DE245C98726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9E38B-CE3C-71AC-96B1-38DCE4FB9F39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461E58-CD19-5222-81C1-92FF905AF79E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64DC29-2D06-4C67-1EC2-4D2DADA3674D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AC794F-5C01-84FE-B959-55F797DCA442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F6266E-5954-CD0B-6240-6C06969F971F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8285FA-28CD-BD10-8DF2-7BBCE1B6498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2133B8-A506-5E45-0980-EB9BAB56B69A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B0F116-1E4E-1C1D-D0C3-2A2EB608CC8A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51E310-3345-812F-3B74-5E74913917A4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AA97043-42F3-B1A5-06F9-2FBC868CEF1D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6" name="Arrow: Left 25">
            <a:extLst>
              <a:ext uri="{FF2B5EF4-FFF2-40B4-BE49-F238E27FC236}">
                <a16:creationId xmlns:a16="http://schemas.microsoft.com/office/drawing/2014/main" id="{8ACF052D-E794-9B3D-0E9D-AD484D8AE7FB}"/>
              </a:ext>
            </a:extLst>
          </p:cNvPr>
          <p:cNvSpPr/>
          <p:nvPr/>
        </p:nvSpPr>
        <p:spPr>
          <a:xfrm rot="-3120000">
            <a:off x="433865" y="5718803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3CE0AFB4-1660-8EA1-A489-84296195DB4E}"/>
              </a:ext>
            </a:extLst>
          </p:cNvPr>
          <p:cNvSpPr/>
          <p:nvPr/>
        </p:nvSpPr>
        <p:spPr>
          <a:xfrm rot="-3120000">
            <a:off x="435303" y="5040911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F6A4CF91-52D9-4920-A8A9-BF5E63E9BCF9}"/>
              </a:ext>
            </a:extLst>
          </p:cNvPr>
          <p:cNvSpPr/>
          <p:nvPr/>
        </p:nvSpPr>
        <p:spPr>
          <a:xfrm rot="16200000" flipH="1">
            <a:off x="2843449" y="5856856"/>
            <a:ext cx="690412" cy="647855"/>
          </a:xfrm>
          <a:prstGeom prst="curved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9259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4334-813B-08DA-9455-C96243B6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9887F-F6AE-13FA-90FA-668672914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*b =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4B1308-3A04-28CE-F31D-DE182D568B8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168063-09F0-3E4E-8942-853EF5158C63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B12745-CD1D-A4AC-587B-ECF7DCBD56B0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8F4D3-50A4-0304-9811-1224D946F7A6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109C15-127A-D50C-DC7C-0F5B18435828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2AEF7-EAFC-13D2-04A7-D0C27616AD53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E42ACF-75C7-B6FD-A1A9-44B4A7786904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2C546D-44B4-2EBE-D5D1-BDCFA84F4399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797518-B4C3-20A8-D332-00636F9726AB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E0DD60-FE27-2C8E-E9DC-DC8C7FED58F9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273C1-12F4-714D-323A-50CC290DD78A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0706B-36A7-573C-AF89-901079EB0FAA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B9150B-8417-39D1-3065-64D1163C7E6A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39AC9A-A291-73B7-C033-F2F57A258920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4E479E-F2F1-5B0C-4188-36B2D317D68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69377E-ED0C-9D02-574F-61295394777D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24C3C5-C28F-3DA4-A4C9-CE9DDADAE70C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1C5951-0EEA-A6D9-46F2-125EDBD3CDE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97A9A7-7D62-35B2-BB9F-798DCD753811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B6832E-F16F-33F3-9F7B-108D7843EAA3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F510EBA-7434-AE07-8394-A70E1C0F5AB8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8648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016B-E89D-21A3-DE14-67D93B65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AE86-F1C5-8F67-8688-19AA9B4D4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*b =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1ED5C7-5466-4118-F71F-4CEF47761B4E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F5110-6B6D-61AE-0227-1E9813D808D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D7336-4744-1EED-70E2-60DFF3C7C381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F32254-066C-5B10-B5DB-29CE4FC9950B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43196-3A76-305A-F382-E0D12800EB22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4D41AD-8A0A-F69D-13D3-9B9C79AAE942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01B606-E517-E5E8-94AB-87DF093E5578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6CD8F-8370-5E6D-1D3C-3409318971FA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A8863-7CB8-EF93-17BC-48C04D9CE548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C5943A-2E42-0B22-60FD-7540097E7B8D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5CC15E-47AF-8FF1-C7EF-991D75A0020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FE51F-0C76-2ECB-F7E7-DBCC4921D06E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F1F92-EC98-0F32-B7B0-2F8E20EC50E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C16DF-FB1E-1718-F8E8-183E8ECD29D8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F60583-BEDA-08D8-E54E-98D7861928E6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F6F3C5-8698-3B6C-4791-030791D39861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AFD577-7CCC-CC42-D5E7-65FF13DD8C56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7DD8D8-A1E9-505D-DDAF-4C5E13EC2402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E9718-A3AA-4638-1C2D-E7029B413F04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B57545-B41C-6B21-CDA9-1B232A94F62D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95CAF91-6673-F91B-CF4D-7C26F984C817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4" name="Arrow: Left 23">
            <a:extLst>
              <a:ext uri="{FF2B5EF4-FFF2-40B4-BE49-F238E27FC236}">
                <a16:creationId xmlns:a16="http://schemas.microsoft.com/office/drawing/2014/main" id="{BD2AF47D-D3C7-AA18-8D35-A277119B6690}"/>
              </a:ext>
            </a:extLst>
          </p:cNvPr>
          <p:cNvSpPr/>
          <p:nvPr/>
        </p:nvSpPr>
        <p:spPr>
          <a:xfrm rot="18480000">
            <a:off x="435303" y="5040911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407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5DD01-8A5D-5242-37C1-D3A785B4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8342-209A-6264-5249-8A8475795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*b = 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tmp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44F236-291A-0664-EB64-40FC0E10051C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6033E-CB30-AEEF-7585-7C80FC40CEAB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49E61F-ACEF-003E-A6F2-510672E85AD8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7CB913-857E-BD8F-56EE-A963B6BFCB08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108D48-EC1F-55B0-4426-0AC04193FCCB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16614F-0D36-F808-7389-9EC8F036AA7A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72616E-4EC8-5402-B7AE-E19AB02066B4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544301-6B62-36D3-3D23-178156806CB4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395806-7DFA-E2CD-38E2-1E3EA0E29B0F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E20055-7EC6-FBDF-5ADA-E9F399AFE520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094154-9C16-57F2-ACCA-CF8CE93C861E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28EBC-300C-424A-30A2-E70AAB29A7DD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C92EC-0806-7B74-BBBD-D2802D044B2C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1ED2F0-D0A1-D1BA-9F8E-16FFBA7E17C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3DEA1D-62AF-EC84-4282-7EA5B69CCE07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013FFB-14A7-E308-A04C-B1A8948CBF5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1475B6-B512-11C5-F9FE-7C28AD657D06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440B5D-45C2-E790-5CCB-13A7B623BE3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357A5B-5FAF-53CC-92D3-15E9CF7446DF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CACB34-61E0-D996-6513-DBF740BBD6E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40D4DC0-EF4B-A13C-19F3-67DAC5A08AC1}"/>
              </a:ext>
            </a:extLst>
          </p:cNvPr>
          <p:cNvGraphicFramePr>
            <a:graphicFrameLocks noGrp="1"/>
          </p:cNvGraphicFramePr>
          <p:nvPr/>
        </p:nvGraphicFramePr>
        <p:xfrm>
          <a:off x="7575550" y="723900"/>
          <a:ext cx="4218938" cy="5590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17086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24545"/>
                  </a:ext>
                </a:extLst>
              </a:tr>
              <a:tr h="9316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Swap </a:t>
                      </a:r>
                      <a:r>
                        <a:rPr lang="en-US" dirty="0" err="1"/>
                        <a:t>tmp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22094"/>
                  </a:ext>
                </a:extLst>
              </a:tr>
            </a:tbl>
          </a:graphicData>
        </a:graphic>
      </p:graphicFrame>
      <p:sp>
        <p:nvSpPr>
          <p:cNvPr id="24" name="Arrow: Left 23">
            <a:extLst>
              <a:ext uri="{FF2B5EF4-FFF2-40B4-BE49-F238E27FC236}">
                <a16:creationId xmlns:a16="http://schemas.microsoft.com/office/drawing/2014/main" id="{982CFB6D-8F7E-81E3-19EF-D07AE39F34A2}"/>
              </a:ext>
            </a:extLst>
          </p:cNvPr>
          <p:cNvSpPr/>
          <p:nvPr/>
        </p:nvSpPr>
        <p:spPr>
          <a:xfrm rot="18480000">
            <a:off x="435303" y="5040911"/>
            <a:ext cx="1628355" cy="18533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CDB27E30-82E8-38C3-448B-88B6156266A8}"/>
              </a:ext>
            </a:extLst>
          </p:cNvPr>
          <p:cNvSpPr/>
          <p:nvPr/>
        </p:nvSpPr>
        <p:spPr>
          <a:xfrm rot="16200000" flipH="1">
            <a:off x="2081449" y="4473036"/>
            <a:ext cx="2214412" cy="647855"/>
          </a:xfrm>
          <a:prstGeom prst="curved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468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E5CD-0FFF-E3E8-73DC-5C63A8C4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7E70-8635-AD58-4C11-923A8513E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a = 255;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b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Swap(&amp;a, &amp;b);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swap(int *a, int *b)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 = *a;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*b;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*b = </a:t>
            </a:r>
            <a:r>
              <a:rPr lang="en-US" dirty="0" err="1">
                <a:cs typeface="Arial"/>
              </a:rPr>
              <a:t>tmp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7EA25-2109-B0F4-9AFC-88C423AF6D25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42F297-2143-BC47-87B0-A1AC5EA8D62D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4BEC3-B0EE-446D-D301-5CE1682DD3CD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369DE-678E-1776-F126-7D5416FF3E2C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801077-4B97-910C-C490-C9CBCEAF90A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C9B489-3521-9FB5-6308-8562938C994A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1F3787-605C-285B-0431-27085C8D5F14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255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2ED42D-4916-3D1E-0278-A9CD6ED94BF6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F3FDF-ECAC-9E6B-7C97-8AA8C7C0CBA5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A053F-A179-EDEC-60BF-A20DD4A98AD0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E64869-8380-4FC0-71CD-8F94E8674F16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765C3B-5A17-3E0D-275F-76F844EB5B0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033236-BA9B-593A-631C-F627AAEABCD9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265D0-536D-7FB0-75B6-F4E5C8318C59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7D9967-C82C-82B3-14A5-FAA865E2AEF0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377E1A-49E7-8061-FF16-E61C2F6F71EC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74581B-D6EB-1940-AB24-D4A611989702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CC7D9D2-5B2F-8664-20A2-DA48B16B3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110125"/>
              </p:ext>
            </p:extLst>
          </p:nvPr>
        </p:nvGraphicFramePr>
        <p:xfrm>
          <a:off x="7575550" y="723900"/>
          <a:ext cx="4218938" cy="279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80">
                <a:tc>
                  <a:txBody>
                    <a:bodyPr/>
                    <a:lstStyle/>
                    <a:p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4911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312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C7AB1571-46FE-391C-F444-AB7ADBE39816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7F2E20-6974-9C9F-AD01-47CD24D57DEB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130939-8A15-E0B0-3B37-0682644ECA15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6391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F3D02-5703-6D73-4537-D17190D9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B1498-63F9-D1A5-6BD9-5FA06580CA79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9FE31-540A-A471-0546-053D6233AF22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og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scope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Referanse </a:t>
            </a:r>
            <a:r>
              <a:rPr lang="nb-NO" sz="2800" err="1">
                <a:solidFill>
                  <a:schemeClr val="bg1"/>
                </a:solidFill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 + </a:t>
            </a:r>
            <a:r>
              <a:rPr lang="nb-NO" sz="2800" dirty="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 / </a:t>
            </a:r>
            <a:r>
              <a:rPr lang="nb-NO" sz="2800" dirty="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free</a:t>
            </a:r>
            <a:endParaRPr lang="nb-NO" sz="2800" dirty="0">
              <a:solidFill>
                <a:schemeClr val="bg1"/>
              </a:solidFill>
              <a:highlight>
                <a:srgbClr val="008000"/>
              </a:highlight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err="1">
                <a:solidFill>
                  <a:schemeClr val="bg1"/>
                </a:solidFill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0F87E643-25A2-AC5D-05A9-5AFF1BB4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43645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BE5F-01C6-F19A-58D1-B7A64F5E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7D3969-3FC2-2CD0-9A3C-3D820BA74DA4}"/>
              </a:ext>
            </a:extLst>
          </p:cNvPr>
          <p:cNvSpPr/>
          <p:nvPr/>
        </p:nvSpPr>
        <p:spPr>
          <a:xfrm>
            <a:off x="1700123" y="934836"/>
            <a:ext cx="8790364" cy="4992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tack and Heap Layout of Embedded Projects – VisualGDB Documentation">
            <a:extLst>
              <a:ext uri="{FF2B5EF4-FFF2-40B4-BE49-F238E27FC236}">
                <a16:creationId xmlns:a16="http://schemas.microsoft.com/office/drawing/2014/main" id="{FEFC3FDF-5377-F502-8237-4118C7BA2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430855"/>
            <a:ext cx="7998122" cy="400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767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A61AF-59B9-9178-6732-32D37091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EF8CF-861C-7C19-5BB1-DF933DB8A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*a = malloc(</a:t>
            </a:r>
            <a:r>
              <a:rPr lang="en-US" dirty="0" err="1">
                <a:cs typeface="Arial"/>
              </a:rPr>
              <a:t>sizeof</a:t>
            </a:r>
            <a:r>
              <a:rPr lang="en-US" dirty="0">
                <a:cs typeface="Arial"/>
              </a:rPr>
              <a:t>(int));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Free(a);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247D7-B32F-6522-B46F-9569ABCEC793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F5B0C-9940-DFC2-AB9A-5AB4A8D6DA95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51A17F-F356-95C1-719F-07DB26C69238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19A5FD-0E7B-6AE7-889E-5D38CD7C4465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0038E-167B-CD82-69D5-8101B5B5DA21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9D2630-69FF-48A0-4E27-38CB0F1D9E25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5D5FE0-28E2-C49E-6D3B-58F2649CF3A0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0DC92-8FD6-0A7E-1B56-D3332AA634C3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5880F-4D4F-A90C-5889-4A87312950FF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CA5273-A1DA-B442-D80C-076FA08ACB68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0AFBC3-218A-DA4E-3473-B4177F3A2EBB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048024-738F-EA8C-B85F-2C6BA5BB602A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C3882C-EE32-BD95-D52E-276F9316C921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CAB7C1-6E9D-6E17-7920-1662647443C8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9F9C9A-E761-C9B0-08D6-35DDF1877E9A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51FC84-59B6-F78F-9E7A-8124E3B2A03F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D8C55-ABD7-9B0F-A9A1-9A3F4D582DF0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853B1DB-296A-1419-E7BF-416E06FBC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571529"/>
              </p:ext>
            </p:extLst>
          </p:nvPr>
        </p:nvGraphicFramePr>
        <p:xfrm>
          <a:off x="7968456" y="-2381"/>
          <a:ext cx="4218938" cy="93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9711C7FC-98D0-F9AA-0B50-622F53B27449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642D9D-7219-A3D0-B0D6-85ADA3F929F8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84D5C9-2D91-F4DB-BEF5-AC360A0036B4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820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44BC-F17F-0692-D95A-FB250ECE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6602B-1461-1F7A-07DF-21E4873CF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highlight>
                  <a:srgbClr val="008000"/>
                </a:highlight>
                <a:cs typeface="Arial"/>
              </a:rPr>
              <a:t>    Int *a = malloc(</a:t>
            </a:r>
            <a:r>
              <a:rPr lang="en-US" dirty="0" err="1">
                <a:highlight>
                  <a:srgbClr val="008000"/>
                </a:highlight>
                <a:cs typeface="Arial"/>
              </a:rPr>
              <a:t>sizeof</a:t>
            </a:r>
            <a:r>
              <a:rPr lang="en-US" dirty="0">
                <a:highlight>
                  <a:srgbClr val="008000"/>
                </a:highlight>
                <a:cs typeface="Arial"/>
              </a:rPr>
              <a:t>(int));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Free(a);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200B58-543E-9C1B-0988-0B7C9C6116C2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B74F1-88B6-11BC-9DB6-A2476272670D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E19B8-8830-6020-2CC5-99F7A7BBDDF2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0796C3-D152-11E8-CB0B-7309265F1A51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8D8605-5076-6E53-C364-B9FB9C2C496F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9BE3CB-19FA-55F4-FDEA-D7BA74064BC2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0E5B4-F260-D845-821A-E738FBF5EBB0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4224A-BFA8-6D98-44C4-3D18BD91ADBA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51AD66-DCAD-32EB-1F7C-D76E9B981C94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0C37A1-7081-F5FA-B8B2-4CAB1E93AE56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80A32-46AA-A567-A51A-A504C9F336FC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08A7F-B556-4C7F-C9A8-728C04DD8994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475187-5CC4-C195-D5B1-C8740BD4D4DC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EA2F01-927F-715F-761F-E4BB7D42DC98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C2A859-B0BD-625E-1F3A-8F2DA44B3215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971F-ABA7-F8D9-A9C6-8FD4A2B9067F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472738-5F7B-A07C-5139-189DC22A98A4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16E990B-F715-EA1E-A474-4F022485D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14114"/>
              </p:ext>
            </p:extLst>
          </p:nvPr>
        </p:nvGraphicFramePr>
        <p:xfrm>
          <a:off x="7968456" y="-2381"/>
          <a:ext cx="4218938" cy="186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778881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D474D838-5ADD-947D-CC49-AC109196ABD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13A8CE-6376-B581-91D8-2DCB25C370F1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0D02DB-93B0-7118-371D-8BA97480093A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41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E8CD7-EC1E-22D8-6FE4-BD4F4FE5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88934-3680-10FE-9026-B8F546941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*a = malloc(</a:t>
            </a:r>
            <a:r>
              <a:rPr lang="en-US" dirty="0" err="1">
                <a:cs typeface="Arial"/>
              </a:rPr>
              <a:t>sizeof</a:t>
            </a:r>
            <a:r>
              <a:rPr lang="en-US" dirty="0">
                <a:cs typeface="Arial"/>
              </a:rPr>
              <a:t>(int));</a:t>
            </a:r>
          </a:p>
          <a:p>
            <a:pPr marL="0" indent="0">
              <a:buNone/>
            </a:pPr>
            <a:r>
              <a:rPr lang="en-US" dirty="0">
                <a:highlight>
                  <a:srgbClr val="008000"/>
                </a:highlight>
                <a:cs typeface="Arial"/>
              </a:rPr>
              <a:t>    *a = 127;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Free(a);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81824-987A-18C2-6518-B43F031D8F14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EC6825-9EBC-2484-5995-8B83787307A5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127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DDC55-D95E-94AF-88E4-56A8B42C81F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DCA3D3-0551-3760-9A04-06B4211212F2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20510-4D3B-A43B-9221-A144E418EA0A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F4A70-8207-6D37-E0E9-056D6FE17FD0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D701E0-6477-E91E-B413-67F9DC2F3F09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46E32-A879-FCCF-0344-E0D67C662B5A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E20129-41EC-2E7B-7481-C048F802A458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8ADA2-F17F-050C-4EBA-0485EF9BAD2A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6AE44-AF52-ECB4-79CF-B26F98F3E9BA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359EC-8591-2A5F-B569-8707393AAC02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263BE-A13F-CE3F-36A3-031906957D65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FD0AA9-FDA9-8B47-0D8D-0B870B066412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2BEEA1-295D-4C82-B3D1-958A90E9B768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E9A16D-51F6-9B02-AD64-10503A005B9D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F5CDB9-A493-151E-9D9F-37A81DDA4D67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68F9191-4EBB-8418-64E4-EB301C94E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452005"/>
              </p:ext>
            </p:extLst>
          </p:nvPr>
        </p:nvGraphicFramePr>
        <p:xfrm>
          <a:off x="7968456" y="-2381"/>
          <a:ext cx="4218938" cy="186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778881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9A56945D-BF21-237F-B84A-982FEC8BBC79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5D68A3-983E-0FDD-6BBC-85D5C6876667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ED51C7-12B2-A8FF-2D24-6028FCB0DFD5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729F0146-F80A-400A-1AAD-519E5EFB8C49}"/>
              </a:ext>
            </a:extLst>
          </p:cNvPr>
          <p:cNvSpPr/>
          <p:nvPr/>
        </p:nvSpPr>
        <p:spPr>
          <a:xfrm rot="4560000">
            <a:off x="-1822242" y="3284870"/>
            <a:ext cx="5927185" cy="28597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48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1821-F3F5-8590-2870-0D19F8B3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4CC78-BAAA-4C4F-C4DD-206EE8E2D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*a = malloc(</a:t>
            </a:r>
            <a:r>
              <a:rPr lang="en-US" dirty="0" err="1">
                <a:cs typeface="Arial"/>
              </a:rPr>
              <a:t>sizeof</a:t>
            </a:r>
            <a:r>
              <a:rPr lang="en-US" dirty="0">
                <a:cs typeface="Arial"/>
              </a:rPr>
              <a:t>(int));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*a = 127;</a:t>
            </a:r>
          </a:p>
          <a:p>
            <a:pPr marL="0" indent="0">
              <a:buNone/>
            </a:pPr>
            <a:r>
              <a:rPr lang="en-US" dirty="0">
                <a:highlight>
                  <a:srgbClr val="008000"/>
                </a:highlight>
                <a:cs typeface="Arial"/>
              </a:rPr>
              <a:t>    Free(a);</a:t>
            </a:r>
            <a:endParaRPr lang="en-US" dirty="0">
              <a:highlight>
                <a:srgbClr val="008000"/>
              </a:highlight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0679D9-D31C-B095-4CB0-A1C1A5C0C420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6FF049-EE4C-E0DD-8A5B-CCE0CC031E0C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5DCBE5-F5A9-396F-4F70-9FF46BBCFA6E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31BD8D-EE10-2D43-44E3-C1D87503200D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089DA0-FAC3-B48F-1863-DFB115EF2344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515A27-8A4C-0F68-0634-B23EC6EDD847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1240CC-EB4F-8E5B-08D2-48227D864C98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27838-1E4C-0E6E-9638-B26E54B24F8C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80FAC-5E07-DD36-CFE5-67A3BA758338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EDDDB-E4BD-D27D-2855-1CE794670847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F081B5-41E0-9DA0-444F-CE0874C4E97F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B2883-5829-D82A-7AFE-313555C1F5CA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817B69-0DA0-125F-D52F-B3AA39F0FCF9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BD1063-A9E7-E5E1-167F-1D4C81819B29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ECC6D6-155B-8A7E-3455-18947858BC9F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DBF664-5609-F442-DA3E-43323143EFEB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724F70-B327-4C11-43FA-E6836607693A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FF0E5E8-1FC7-86BB-176F-354D49395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373701"/>
              </p:ext>
            </p:extLst>
          </p:nvPr>
        </p:nvGraphicFramePr>
        <p:xfrm>
          <a:off x="7971234" y="0"/>
          <a:ext cx="4218938" cy="186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931680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93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778881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389FA0A-7447-A73F-D35C-8CBB484D995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649491-1316-E729-B0CE-6F4AA1ED830F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2EF72A-D828-B41F-27BF-1DC05D87BE7C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776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99EE-5920-B1C1-EE59-4B54F36A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F4E4-D72B-D09F-C59D-FE0CB1A7E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*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dirty="0" err="1">
                <a:cs typeface="Arial"/>
              </a:rPr>
              <a:t>sizeof</a:t>
            </a:r>
            <a:r>
              <a:rPr lang="en-US" dirty="0">
                <a:cs typeface="Arial"/>
              </a:rPr>
              <a:t>(int));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9885A-2702-67A1-B0E4-589903066689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25401-B48A-A45F-1E68-C07D9F089F8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80A80-2CF4-A7C2-4CE1-4962AE71F73B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5EE1A5-C6EC-D4F2-9825-438E6F2D3D21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7F3F5-933E-047B-4AC2-2CC391FBD72D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EC006-C730-037C-268E-BC548037B51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3CE4F7-0EA6-B422-D65B-0E83E04ED6A5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2A6AD-B3CB-3005-F864-4E927D08B70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FEE1D-DE02-3FB7-2746-3C02A0F3F66C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22048F-6C1F-7AB3-646E-48E97E69D8C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B81FC5-482D-EBB9-CC03-C74F9B983B94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CE5AC-DADC-7EAB-DD89-1A981505941E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3CF7DA-0FD3-4EE2-C6A0-45D630A94187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0F5CCB-4F7C-4300-C7B0-0F5326CCDA9B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550D5C-65A0-4D93-A775-51E03552398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99DAAD-719A-9C89-FBDD-9E2A73DCF68D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2F7C0D-DF8C-5574-27DA-E6968A525AFE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A450389-AD5D-C0C5-0449-9A7D5E81A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612098"/>
              </p:ext>
            </p:extLst>
          </p:nvPr>
        </p:nvGraphicFramePr>
        <p:xfrm>
          <a:off x="7626350" y="1346200"/>
          <a:ext cx="4218938" cy="623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274C9A6E-73C9-F15A-7C8A-1EABAF345F03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875654-7C20-863C-4CEC-30D1505A6E06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CD7223-FC93-495C-B8B6-C3C7910F7345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085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E448-10A3-6F3C-21BA-C7050E95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1B6DC-4AA2-7F91-ECC8-A53EC3314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highlight>
                  <a:srgbClr val="008000"/>
                </a:highlight>
                <a:cs typeface="Arial"/>
              </a:rPr>
              <a:t>    int </a:t>
            </a:r>
            <a:r>
              <a:rPr lang="en-US" err="1">
                <a:highlight>
                  <a:srgbClr val="008000"/>
                </a:highlight>
                <a:cs typeface="Arial"/>
              </a:rPr>
              <a:t>antall_elever</a:t>
            </a:r>
            <a:r>
              <a:rPr lang="en-US" dirty="0">
                <a:highlight>
                  <a:srgbClr val="008000"/>
                </a:highlight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*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2E09D-400B-F38C-DFA1-B331554221F1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F3063-5B8C-4AD0-019D-5F20508CA73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9B54FF-B94D-AC7F-DC97-BC4031045D25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EA1EC-940D-98BC-8F38-15996EDA6165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D453AE-761B-D47B-F588-01771876E736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70A122-9894-7795-9CBE-2551F8E8C26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42570-E490-B388-2662-9C95E8BFC38E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48D014-E19D-F375-4809-DD9CF22B949F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30024-CB1A-7156-302C-AB341D7F1311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3A2BA5-67F8-0CF6-B68A-78A6967D6850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24302E-FEC9-1817-6308-C4B25E2E471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63CED-132E-18E1-CE60-DE6E024913A9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94EFFA-1330-D0EE-4D2F-16BA5722936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E55DAB-6A68-6635-B5F2-6EC0F563A9AF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811096-8533-7C6D-9822-03F924F9CFF0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5F9232-C492-0E8E-02ED-B01D49872901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28C950-4788-36FC-934E-6FD1BBE7AF1C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FE3F489-5C95-268F-A040-2948DC3F5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457646"/>
              </p:ext>
            </p:extLst>
          </p:nvPr>
        </p:nvGraphicFramePr>
        <p:xfrm>
          <a:off x="7626350" y="1346200"/>
          <a:ext cx="4218938" cy="1247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F801E696-6EA9-B6E8-1A94-A484C1C6EDE8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1B6F01-6540-E7E9-3C77-7FB93CE905AF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CF9916-DE64-EFDA-1BFC-F01A9000928B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201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8C89-5106-9544-6C39-9F9102C4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33F2-4EB7-35AD-8984-F4ED38611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highlight>
                  <a:srgbClr val="008000"/>
                </a:highlight>
                <a:cs typeface="Arial"/>
              </a:rPr>
              <a:t>    Int *</a:t>
            </a:r>
            <a:r>
              <a:rPr lang="en-US" err="1">
                <a:highlight>
                  <a:srgbClr val="008000"/>
                </a:highlight>
                <a:cs typeface="Arial"/>
              </a:rPr>
              <a:t>vafler</a:t>
            </a:r>
            <a:r>
              <a:rPr lang="en-US" dirty="0">
                <a:highlight>
                  <a:srgbClr val="008000"/>
                </a:highlight>
                <a:cs typeface="Arial"/>
              </a:rPr>
              <a:t> = </a:t>
            </a:r>
            <a:r>
              <a:rPr lang="en-US" err="1">
                <a:highlight>
                  <a:srgbClr val="008000"/>
                </a:highlight>
                <a:cs typeface="Arial"/>
              </a:rPr>
              <a:t>beregn_vafler</a:t>
            </a:r>
            <a:r>
              <a:rPr lang="en-US" dirty="0">
                <a:highlight>
                  <a:srgbClr val="008000"/>
                </a:highlight>
                <a:cs typeface="Arial"/>
              </a:rPr>
              <a:t>(</a:t>
            </a:r>
            <a:r>
              <a:rPr lang="en-US" err="1">
                <a:highlight>
                  <a:srgbClr val="008000"/>
                </a:highlight>
                <a:cs typeface="Arial"/>
              </a:rPr>
              <a:t>antall_elever</a:t>
            </a:r>
            <a:r>
              <a:rPr lang="en-US" dirty="0">
                <a:highlight>
                  <a:srgbClr val="008000"/>
                </a:highlight>
                <a:cs typeface="Arial"/>
              </a:rPr>
              <a:t>);</a:t>
            </a:r>
            <a:endParaRPr lang="en-US">
              <a:highlight>
                <a:srgbClr val="008000"/>
              </a:highlight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Int *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3B00D-4148-0A25-F68B-50587C1697DD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73A067-A94D-60BD-59CC-EA966AFE7559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97B703-1789-7C29-C510-9A3DB4428237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26F71F-CE0C-6B5A-8221-8B46FDC0EB21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51A39F-6A54-3BE3-D37E-3E006846C1A7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F7FFDB-B2A3-C48B-014B-E1813736E66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D539C3-C9FC-67A5-2DD3-61FE69BE5398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72A8CC-9FB4-E6F9-F3D1-65B7D5D90DAB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6ADE4-6FA3-6AC6-52E8-59FB68500345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A093E2-F407-5F1C-5F20-5306BEDF2A21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2ADC31-010F-48AB-AEED-9B95925ECCBD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45E046-DE70-0B2E-8BF4-2950D0E20615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A96D69-7D0B-D863-DFE6-6F042F1149E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F3CBEE-ADB7-C6F6-D59F-FA6C6DD929E4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43370C-00B0-4C5F-107B-FFCAEC4BF11C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199BDF-1CAA-9AC2-F75A-9C925F3ACAF2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1F94EA-A590-4894-E688-AA8D4262E5B3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128D064-E6DF-C1F0-2224-D521E87F6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9834"/>
              </p:ext>
            </p:extLst>
          </p:nvPr>
        </p:nvGraphicFramePr>
        <p:xfrm>
          <a:off x="7626350" y="1346200"/>
          <a:ext cx="4218938" cy="1871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3AE1AA48-E34E-D0C5-122E-1E44CA033CE7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D3FE3A-CB04-5768-B7A7-19E921584857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3734A1-55EB-8318-25A7-2277011E72BD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209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E9F5-DEB8-7DE5-A098-4DD930797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3FE5-4DDE-1AF1-4CAB-5B043817E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highlight>
                  <a:srgbClr val="FF00FF"/>
                </a:highlight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highlight>
                  <a:srgbClr val="FF00FF"/>
                </a:highlight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highlight>
                  <a:srgbClr val="FF00FF"/>
                </a:highlight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highlight>
                  <a:srgbClr val="FF00FF"/>
                </a:highlight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highlight>
                  <a:srgbClr val="FF00FF"/>
                </a:highlight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E30BD-C12C-8F08-0110-009BDCC1E4D2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11766-9127-F9FF-77A8-26EE833C6949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chemeClr val="accen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D7A112-DC10-4891-6542-510EDF82709D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254224-BCBF-FE5E-11F5-67EB03972B0F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7158C0-D3A3-9BDE-942C-3A56A2CF68CE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7BBDD-94A9-B175-540F-A64ED6BCBFED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B8B671-6D03-06FE-86C4-AF3DE5D4E887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D8E5C-F08B-88BE-1492-A877D30C365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81399-2757-87E9-EE7D-C0E76D666C4A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76EED-C751-6A33-0647-F824B416A889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8F2C8-BE70-56C1-5FC2-224AE85A85A1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46E5D-50B2-40F6-184A-D14588C6D342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A5A8E9-9BB5-398F-7333-398399999D9B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4680C3-EFF9-E20A-65C0-0FB67624477C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1674EB-7984-EB16-7E6F-425F1360634B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0D9805-521B-8D87-E4D2-8FA5E8BFCA21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E2466F-ABB9-5DBB-F073-11F2745CFD82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7806FAC-9AF7-F14C-AB08-10CB4FB29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04955"/>
              </p:ext>
            </p:extLst>
          </p:nvPr>
        </p:nvGraphicFramePr>
        <p:xfrm>
          <a:off x="7626350" y="1346200"/>
          <a:ext cx="4218938" cy="2511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22926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E52375CA-3021-A4A8-E646-D0EEFB8BBE28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B24511-886D-E3C2-F353-FFEDC8866CB5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5D7278-A452-5BE8-5CF2-3F6BE51A54B8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2" name="Arrow: Curved Up 1">
            <a:extLst>
              <a:ext uri="{FF2B5EF4-FFF2-40B4-BE49-F238E27FC236}">
                <a16:creationId xmlns:a16="http://schemas.microsoft.com/office/drawing/2014/main" id="{5D821D25-8B0D-DC0C-A572-7B0E9FBF0B62}"/>
              </a:ext>
            </a:extLst>
          </p:cNvPr>
          <p:cNvSpPr/>
          <p:nvPr/>
        </p:nvSpPr>
        <p:spPr>
          <a:xfrm rot="-5400000">
            <a:off x="2499783" y="5473700"/>
            <a:ext cx="1371600" cy="596900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1747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6451-CE87-86EA-E330-F41F8348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3440-3ECF-EE1C-ECCD-B2B49224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Int *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= malloc(</a:t>
            </a:r>
            <a:r>
              <a:rPr lang="en-US" sz="2900" dirty="0" err="1">
                <a:highlight>
                  <a:srgbClr val="FF00FF"/>
                </a:highlight>
                <a:cs typeface="Arial"/>
              </a:rPr>
              <a:t>sizeof</a:t>
            </a:r>
            <a:r>
              <a:rPr lang="en-US" sz="2900" dirty="0">
                <a:highlight>
                  <a:srgbClr val="FF00FF"/>
                </a:highlight>
                <a:cs typeface="Arial"/>
              </a:rPr>
              <a:t>(int)</a:t>
            </a:r>
            <a:r>
              <a:rPr lang="en-US" dirty="0">
                <a:highlight>
                  <a:srgbClr val="FF00FF"/>
                </a:highlight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BFD4A-7863-0D78-7174-CCB776BB331A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E5AA2-B51E-FB10-1261-0ED41D1B21E2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A60DC-D4FF-3B85-FB37-BE054C386C0F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5FEE2-4ECC-D295-2BED-8FB9F72570C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AA7C2-A0C5-7E29-8A1F-3FC00B24A471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841015-E67A-1C9D-CC5A-D270223AA311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666C1-933A-DA61-6083-C9958F316132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4B91DB-211C-BEF1-CCE3-AA6A5A6FAC99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9A4BB5-F663-E338-6553-DDC02B753A36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04AC21-EC22-76EE-0B0B-46D3A4FC1505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B116A-12CE-35A8-C019-5B3DC328377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C4E5DD-007E-2259-CD35-CDB938489E9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2B4153-23E9-B6FD-968E-2579CAB19BB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403622-BEA5-2001-3F65-CD431370C4BA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4E41D3-C4D1-0F33-8B89-33C66DC39B01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8F61A2-017A-7B36-49E9-66BE018AFEA6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BA79A-9241-E758-C9D8-695FFE6A411C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E9C7333-D5F7-994D-0496-6A48FA1AD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99924"/>
              </p:ext>
            </p:extLst>
          </p:nvPr>
        </p:nvGraphicFramePr>
        <p:xfrm>
          <a:off x="7626350" y="1346200"/>
          <a:ext cx="4218938" cy="3151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229266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br>
                        <a:rPr lang="en-US" dirty="0"/>
                      </a:b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62114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E3A1A7AD-8462-12AE-951C-216A64CFA431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BE773-DDF3-B3D8-AB67-C403D30BBEE2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42F562-CD33-A3C9-4B80-084B1982C3BA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291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0C8A-027C-202F-0DA2-F8A4E874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1F5C-1A33-9EB2-9271-2E34CA4CF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*</a:t>
            </a:r>
            <a:r>
              <a:rPr lang="en-US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= </a:t>
            </a:r>
            <a:r>
              <a:rPr lang="en-US" err="1">
                <a:highlight>
                  <a:srgbClr val="FF00FF"/>
                </a:highlight>
                <a:cs typeface="Arial"/>
              </a:rPr>
              <a:t>antall_elever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BB510-9E7C-345C-BF7A-464268426B67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E7690D-3932-2101-C8BC-45793FDAD4C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11422-7BD2-4076-0594-9E0ED7C9E006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CAB5D-2F9E-22DE-B860-FD3E581E9324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80EF2-B5FE-5070-AF95-48D13D0408B6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751D2A-7130-F246-A7EE-ABE77C530A45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CCF84-6663-FB2B-83D4-8A9368375B1C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2E628-0398-C734-A377-75F0D5BFB4A3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6EBEA-6DA9-AA61-D316-61408C5C1CE5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22947B-969D-82AD-ACB3-C49D262AE85A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FBB37-3168-E206-0C27-B03A5036C510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447B08-25EE-E594-0679-8B834E6C907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6A4ABF-856D-9CBC-33D5-E9D335631C6A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6FB1BD-9869-7B11-03AC-E0D0C4A6F592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5ABB78-5B9B-A674-D624-020C22D5B97B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29A44A-4A9E-BE57-BB39-54828F252216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3089CB-9C8A-D9FA-59C2-F848DF565C66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5F44091-1513-2F92-4783-91C7BF1BFBBF}"/>
              </a:ext>
            </a:extLst>
          </p:cNvPr>
          <p:cNvGraphicFramePr>
            <a:graphicFrameLocks noGrp="1"/>
          </p:cNvGraphicFramePr>
          <p:nvPr/>
        </p:nvGraphicFramePr>
        <p:xfrm>
          <a:off x="7626350" y="1346200"/>
          <a:ext cx="4218938" cy="3151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229266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br>
                        <a:rPr lang="en-US" dirty="0"/>
                      </a:b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62114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615E4B3-20ED-02F6-F272-3549583AD4D9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F68D9E-883B-E47C-C8C7-59BDA5EF1E0D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FB7657-C552-13E6-02DF-ED1F9DC9692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61CC0816-E615-7F83-CFC9-A6305196F72D}"/>
              </a:ext>
            </a:extLst>
          </p:cNvPr>
          <p:cNvSpPr/>
          <p:nvPr/>
        </p:nvSpPr>
        <p:spPr>
          <a:xfrm rot="-900000">
            <a:off x="1080300" y="483147"/>
            <a:ext cx="133351" cy="4066117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754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42A4-DC4E-1A35-38D5-915EE947A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CCB68-D8C4-5D58-4C58-7A52F31B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    Return </a:t>
            </a:r>
            <a:r>
              <a:rPr lang="en-US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AC6715-027B-89FF-038A-EDC449CF5332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51A9DB-225B-087D-E94E-EDAF27FE6C60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53C3E3-DCD8-318D-33DF-25148BFEDCA6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C9EF2-2B60-B656-7A09-7BEF70AF25F9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970264-5D27-C5CA-81E8-577B96A4D353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0AF8AB-22E4-C492-8826-6F15ACC72C93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EFACF5-2093-882D-56E0-6D8C1452ED72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B2284A-6C5D-E9EE-0FC3-4A560E5C640B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694A3E-C80E-09A6-9B45-A3C3C97A9F59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2F4659-E574-07C4-5477-E22415F05B72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3B7F5-FD42-C571-78FD-19EDAE00189B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B8EBDC-FC2A-C1DC-7218-9C82139F32F1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E1EF43-0D94-A12E-E4E2-50545521CF2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75EE1-AD38-195C-8FCB-DEC78522C90A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43FFFE-A41B-91AE-FB27-AEFB8A2EB505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731F2B-7A27-B381-D6F0-2EEDF5915767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C5DB58-CEDD-CDE8-7C22-C0FE8D6C94CE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546B159-193C-E3C7-E1DD-FE6BFE76921F}"/>
              </a:ext>
            </a:extLst>
          </p:cNvPr>
          <p:cNvGraphicFramePr>
            <a:graphicFrameLocks noGrp="1"/>
          </p:cNvGraphicFramePr>
          <p:nvPr/>
        </p:nvGraphicFramePr>
        <p:xfrm>
          <a:off x="7626350" y="1346200"/>
          <a:ext cx="4218938" cy="3151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229266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Beregn_vafler</a:t>
                      </a:r>
                      <a:br>
                        <a:rPr lang="en-US" dirty="0"/>
                      </a:b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62114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933A2059-EBE6-2F3E-14FF-C9CDCA0DA4B8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7A6D8D-EBF4-98CD-29F8-D318858CF1EA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07A5B4-F36C-389C-0C94-8BA46E207C39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7AD24BAB-A3FC-65AE-6F6A-91F97B9466E5}"/>
              </a:ext>
            </a:extLst>
          </p:cNvPr>
          <p:cNvSpPr/>
          <p:nvPr/>
        </p:nvSpPr>
        <p:spPr>
          <a:xfrm rot="-5400000" flipH="1">
            <a:off x="2286529" y="4767263"/>
            <a:ext cx="1739900" cy="676274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2825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0DF3-70C2-2890-7A7F-C7C30DD1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55BF-4385-B280-2A63-92357891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highlight>
                  <a:srgbClr val="008000"/>
                </a:highlight>
                <a:cs typeface="Arial"/>
              </a:rPr>
              <a:t>    </a:t>
            </a:r>
            <a:r>
              <a:rPr lang="en-US" dirty="0" err="1">
                <a:highlight>
                  <a:srgbClr val="008000"/>
                </a:highlight>
                <a:cs typeface="Arial"/>
              </a:rPr>
              <a:t>spis_vaffel</a:t>
            </a:r>
            <a:r>
              <a:rPr lang="en-US" dirty="0">
                <a:highlight>
                  <a:srgbClr val="008000"/>
                </a:highlight>
                <a:cs typeface="Arial"/>
              </a:rPr>
              <a:t>(</a:t>
            </a:r>
            <a:r>
              <a:rPr lang="en-US" dirty="0" err="1">
                <a:highlight>
                  <a:srgbClr val="008000"/>
                </a:highlight>
                <a:cs typeface="Arial"/>
              </a:rPr>
              <a:t>vafler</a:t>
            </a:r>
            <a:r>
              <a:rPr lang="en-US" dirty="0">
                <a:highlight>
                  <a:srgbClr val="008000"/>
                </a:highlight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dirty="0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393AC2-93A0-6264-EC7D-F832A086CAFF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7A274-8FB2-B7A4-AAA9-20F08F7D216F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C767C1-FDD0-3E4B-246A-F6E27C65231B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5A3B8E-D1DE-42CF-3249-392790EA54A5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7F07A7-ED48-00E0-0815-736DC0CAAD4B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708530-2497-191C-88CD-592865D3DC33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618605-484B-F30B-C74B-2956711DCB32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14A74-C424-FF36-C621-5FE2ED65C60F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A35F0-8379-083B-5600-1CEBF1FF5D40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0BB25-E0EC-1853-1503-82CB0964CCF4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3847B2-7D37-75A3-6CCE-5629CB759029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72370-B7C1-F005-5690-B3559458AA0E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A413D9-26DC-5D07-7DD5-BBB80A7507D8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DC5985-9D5D-889C-2281-28CD08A1C1F8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15A178-226A-473B-C324-C407F20CB2F0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D713C5-90C0-5B4F-86A1-B909F55E2A4B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5606F7-1012-A91A-879D-9A18833EC8AD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5DE11CA-BDE2-25E1-0C75-7950660E1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24938"/>
              </p:ext>
            </p:extLst>
          </p:nvPr>
        </p:nvGraphicFramePr>
        <p:xfrm>
          <a:off x="7626350" y="1346200"/>
          <a:ext cx="4218938" cy="1871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F96F73A9-ACD7-D3E8-5141-4F08BF761AF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9E8D03-ABBC-C046-AE07-08CD0F756403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058F83-52D2-EBDF-310B-E2B9FE5B5F54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5905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4739-6685-8568-BA74-27D3D687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071C4-326B-58C2-77E8-8E03E19E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dirty="0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Void </a:t>
            </a:r>
            <a:r>
              <a:rPr lang="en-US" err="1">
                <a:highlight>
                  <a:srgbClr val="FF00FF"/>
                </a:highlight>
                <a:cs typeface="Arial"/>
              </a:rPr>
              <a:t>spis_vaffel</a:t>
            </a:r>
            <a:r>
              <a:rPr lang="en-US" dirty="0">
                <a:highlight>
                  <a:srgbClr val="FF00FF"/>
                </a:highlight>
                <a:cs typeface="Arial"/>
              </a:rPr>
              <a:t>(int *</a:t>
            </a:r>
            <a:r>
              <a:rPr lang="en-US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52D29-0BF6-D88C-1FE9-7E508DB982BB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61D69-C101-1FBF-B4A0-6A01E11E4CF7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E6329-9A97-A961-E858-4C07C477511D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0EF22-8313-3C78-4EB4-E2E600FC6913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3608C-A0B2-CD49-9D2C-7F36BA89471E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DC432-0AB7-BB65-10C8-3ACBB969F88C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2615AA-9DF1-DA03-46B0-F0299EACBD23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1DDC7-B1F0-790C-A9CB-C348C9942780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A5ECF-EFF6-22B1-40CB-C26B8D59415C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97309-A84B-C3EA-0F14-987AEC8B1957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6623FA-01B4-A0D9-BACA-8407461C4055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76AA61-51BD-5048-D2FE-6B7E3A883B1E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0BA0D2-975C-2208-9F51-AA03F297D20E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AD5DDF-BC88-F23E-478B-EEC949CC0EF1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4054E-EECB-4B7C-8DDC-81DAAE20647A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BB0058-2BFC-FFD8-A497-E0EDFBEA1E32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E785E6-248A-308A-2BD5-17079FA38AA0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49BF6A7-4D42-2D91-D751-B00A2861F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690831"/>
              </p:ext>
            </p:extLst>
          </p:nvPr>
        </p:nvGraphicFramePr>
        <p:xfrm>
          <a:off x="7626350" y="1346200"/>
          <a:ext cx="4218938" cy="2511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Spis_vaffel</a:t>
                      </a:r>
                      <a:br>
                        <a:rPr lang="en-US" dirty="0"/>
                      </a:b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20029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2B4D0FC-4501-712F-C691-5F9EE89AB306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C1E765-2AD7-882E-5A37-7CC64EF9A31A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8314DE-3A58-FEDD-020A-20EDAB90B7E7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962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A268-1246-3F90-97A9-411FD0AF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788B8-CD8C-83E9-CC04-7FED03EA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  <a:cs typeface="Arial"/>
              </a:rPr>
              <a:t> *</a:t>
            </a:r>
            <a:r>
              <a:rPr lang="en-US" dirty="0" err="1">
                <a:highlight>
                  <a:srgbClr val="FF00FF"/>
                </a:highlight>
                <a:cs typeface="Arial"/>
              </a:rPr>
              <a:t>vafler</a:t>
            </a:r>
            <a:r>
              <a:rPr lang="en-US" dirty="0">
                <a:highlight>
                  <a:srgbClr val="FF00FF"/>
                </a:highlight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D5146-E267-EB6E-7456-49A22A7869A0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72B29-E0BE-0FFA-E6C3-2E5DA238583C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23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B2FD6-23EA-E00E-E4AB-6FD740EAB82D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3F0430-0C2B-939E-B3AB-26DD2E29EF30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BF5B7-35D3-6E42-3FB8-802A46B28175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3FD70-87E3-3482-2972-CE513E9010B7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F6E10-F5AD-1128-3F93-6A91A00CD0F1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3320DD-D881-6B6D-6AB7-4A1C5D4C5A85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37174-9CF8-4C83-700D-2A9F8E46DDBA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555ED1-AAEF-EEB6-F6FE-9DFF06CD82A0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5B493-1BB8-58A5-EBFB-905FD205D7E6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442083-9F73-FC28-D197-8B4CDD6462BA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C87AEC-206C-6D60-8B51-9531AFE89F99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613719-C4E9-D157-347E-6B25365437F1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ED9A38-E75B-7441-D4D1-7C4152624D62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5BBB1-B76C-5B1E-A6DB-13F914C48559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35EF30-A89B-EB4D-26BC-57173E6494BB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9DBA6CB-CD36-49D2-A466-E497647ED5EB}"/>
              </a:ext>
            </a:extLst>
          </p:cNvPr>
          <p:cNvGraphicFramePr>
            <a:graphicFrameLocks noGrp="1"/>
          </p:cNvGraphicFramePr>
          <p:nvPr/>
        </p:nvGraphicFramePr>
        <p:xfrm>
          <a:off x="7626350" y="1346200"/>
          <a:ext cx="4218938" cy="2511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Spis_vaffel</a:t>
                      </a:r>
                      <a:br>
                        <a:rPr lang="en-US" dirty="0"/>
                      </a:b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20029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88D45640-22C2-5722-A293-E5B1AAE77D96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35918B-BBD0-4644-2C88-5D32971775DA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AA561D-99B1-92DB-78CE-C2A56DE2361C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A214986B-2025-5E74-0E68-F5F28858AA37}"/>
              </a:ext>
            </a:extLst>
          </p:cNvPr>
          <p:cNvSpPr/>
          <p:nvPr/>
        </p:nvSpPr>
        <p:spPr>
          <a:xfrm rot="20880000">
            <a:off x="1088260" y="477638"/>
            <a:ext cx="143934" cy="4843992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428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1A36-D65B-86E1-3A00-FCB96BCD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20FB-B5AB-33B5-47BE-FB0AC3F6D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700" y="231775"/>
            <a:ext cx="8166100" cy="4859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= 12;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beregn_vafler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Arial"/>
              </a:rPr>
              <a:t>Int *</a:t>
            </a:r>
            <a:r>
              <a:rPr lang="en-US" err="1">
                <a:solidFill>
                  <a:srgbClr val="FFFFFF"/>
                </a:solidFill>
                <a:cs typeface="Arial"/>
              </a:rPr>
              <a:t>beregn_vafler</a:t>
            </a:r>
            <a:r>
              <a:rPr lang="en-US" dirty="0">
                <a:solidFill>
                  <a:srgbClr val="FFFFFF"/>
                </a:solidFill>
                <a:cs typeface="Arial"/>
              </a:rPr>
              <a:t>(int </a:t>
            </a:r>
            <a:r>
              <a:rPr lang="en-US" err="1">
                <a:solidFill>
                  <a:srgbClr val="FFFFFF"/>
                </a:solidFill>
                <a:cs typeface="Arial"/>
              </a:rPr>
              <a:t>antall_elever</a:t>
            </a:r>
            <a:r>
              <a:rPr lang="en-US" dirty="0">
                <a:solidFill>
                  <a:srgbClr val="FFFFFF"/>
                </a:solidFill>
                <a:cs typeface="Arial"/>
              </a:rPr>
              <a:t>){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Int *</a:t>
            </a:r>
            <a:r>
              <a:rPr lang="en-US" dirty="0" err="1">
                <a:cs typeface="Arial"/>
              </a:rPr>
              <a:t>vafler</a:t>
            </a:r>
            <a:r>
              <a:rPr lang="en-US" dirty="0">
                <a:cs typeface="Arial"/>
              </a:rPr>
              <a:t> = malloc(</a:t>
            </a:r>
            <a:r>
              <a:rPr lang="en-US" sz="2900" dirty="0" err="1">
                <a:cs typeface="Arial"/>
              </a:rPr>
              <a:t>sizeof</a:t>
            </a:r>
            <a:r>
              <a:rPr lang="en-US" sz="2900" dirty="0">
                <a:cs typeface="Arial"/>
              </a:rPr>
              <a:t>(int)</a:t>
            </a:r>
            <a:r>
              <a:rPr lang="en-US" dirty="0">
                <a:cs typeface="Arial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= </a:t>
            </a:r>
            <a:r>
              <a:rPr lang="en-US" err="1">
                <a:cs typeface="Arial"/>
              </a:rPr>
              <a:t>antall_elever</a:t>
            </a:r>
            <a:r>
              <a:rPr lang="en-US" dirty="0">
                <a:cs typeface="Arial"/>
              </a:rPr>
              <a:t> * 2;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    Return 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cs typeface="Arial"/>
              </a:rPr>
              <a:t>Void </a:t>
            </a:r>
            <a:r>
              <a:rPr lang="en-US" err="1">
                <a:cs typeface="Arial"/>
              </a:rPr>
              <a:t>spis_vaffel</a:t>
            </a:r>
            <a:r>
              <a:rPr lang="en-US" dirty="0">
                <a:cs typeface="Arial"/>
              </a:rPr>
              <a:t>(int 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) {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 *</a:t>
            </a:r>
            <a:r>
              <a:rPr lang="en-US" err="1">
                <a:cs typeface="Arial"/>
              </a:rPr>
              <a:t>vafler</a:t>
            </a:r>
            <a:r>
              <a:rPr lang="en-US" dirty="0">
                <a:cs typeface="Arial"/>
              </a:rPr>
              <a:t> -= 1;</a:t>
            </a:r>
          </a:p>
          <a:p>
            <a:pPr marL="0" indent="0">
              <a:buNone/>
            </a:pPr>
            <a:r>
              <a:rPr lang="en-US" dirty="0">
                <a:cs typeface="Arial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830B2-1948-F962-82B2-F97EFD000CE3}"/>
              </a:ext>
            </a:extLst>
          </p:cNvPr>
          <p:cNvSpPr/>
          <p:nvPr/>
        </p:nvSpPr>
        <p:spPr>
          <a:xfrm>
            <a:off x="1143000" y="6182591"/>
            <a:ext cx="1625600" cy="571500"/>
          </a:xfrm>
          <a:prstGeom prst="rect">
            <a:avLst/>
          </a:prstGeom>
          <a:solidFill>
            <a:srgbClr val="ED7D3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3C99F-9BEC-D6F6-96E7-6BE270168C18}"/>
              </a:ext>
            </a:extLst>
          </p:cNvPr>
          <p:cNvSpPr/>
          <p:nvPr/>
        </p:nvSpPr>
        <p:spPr>
          <a:xfrm>
            <a:off x="1143000" y="103909"/>
            <a:ext cx="1625600" cy="571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23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3C3C3-5166-36C9-A4CE-1D7B40813CEC}"/>
              </a:ext>
            </a:extLst>
          </p:cNvPr>
          <p:cNvSpPr/>
          <p:nvPr/>
        </p:nvSpPr>
        <p:spPr>
          <a:xfrm>
            <a:off x="1143000" y="779318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5B6B1-5FDE-F485-3441-3FFC788D07B0}"/>
              </a:ext>
            </a:extLst>
          </p:cNvPr>
          <p:cNvSpPr/>
          <p:nvPr/>
        </p:nvSpPr>
        <p:spPr>
          <a:xfrm>
            <a:off x="1143000" y="1454727"/>
            <a:ext cx="1625600" cy="57150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E47312-6187-AFFB-FED1-635FB1988B55}"/>
              </a:ext>
            </a:extLst>
          </p:cNvPr>
          <p:cNvSpPr/>
          <p:nvPr/>
        </p:nvSpPr>
        <p:spPr>
          <a:xfrm>
            <a:off x="1143000" y="2130136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1172A0-A372-62AB-FD56-97B0C011A7FA}"/>
              </a:ext>
            </a:extLst>
          </p:cNvPr>
          <p:cNvSpPr/>
          <p:nvPr/>
        </p:nvSpPr>
        <p:spPr>
          <a:xfrm>
            <a:off x="1143000" y="2805545"/>
            <a:ext cx="16256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917734-FB56-9EF6-8210-D6B388B116DF}"/>
              </a:ext>
            </a:extLst>
          </p:cNvPr>
          <p:cNvSpPr/>
          <p:nvPr/>
        </p:nvSpPr>
        <p:spPr>
          <a:xfrm>
            <a:off x="1143000" y="5507182"/>
            <a:ext cx="1625600" cy="5715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1B1A9-B476-6271-C687-4753ACECB3EF}"/>
              </a:ext>
            </a:extLst>
          </p:cNvPr>
          <p:cNvSpPr/>
          <p:nvPr/>
        </p:nvSpPr>
        <p:spPr>
          <a:xfrm>
            <a:off x="120650" y="6176241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2B420-5870-A1AC-4AE2-065FE5510C1D}"/>
              </a:ext>
            </a:extLst>
          </p:cNvPr>
          <p:cNvSpPr/>
          <p:nvPr/>
        </p:nvSpPr>
        <p:spPr>
          <a:xfrm>
            <a:off x="120650" y="97558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9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93CA8D-8474-8E61-F288-7CD346DE4EBC}"/>
              </a:ext>
            </a:extLst>
          </p:cNvPr>
          <p:cNvSpPr/>
          <p:nvPr/>
        </p:nvSpPr>
        <p:spPr>
          <a:xfrm>
            <a:off x="120650" y="77296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8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141DD-4FAD-8480-C019-46B9869F15DE}"/>
              </a:ext>
            </a:extLst>
          </p:cNvPr>
          <p:cNvSpPr/>
          <p:nvPr/>
        </p:nvSpPr>
        <p:spPr>
          <a:xfrm>
            <a:off x="120650" y="1448377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7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AA53A-1226-7828-C03A-0628FD8B9C8C}"/>
              </a:ext>
            </a:extLst>
          </p:cNvPr>
          <p:cNvSpPr/>
          <p:nvPr/>
        </p:nvSpPr>
        <p:spPr>
          <a:xfrm>
            <a:off x="120650" y="2123786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6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E1F571-752C-0506-A258-BF08E23373E3}"/>
              </a:ext>
            </a:extLst>
          </p:cNvPr>
          <p:cNvSpPr/>
          <p:nvPr/>
        </p:nvSpPr>
        <p:spPr>
          <a:xfrm>
            <a:off x="120650" y="2799194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5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D7043C-9FB8-63AE-2AF5-CDE3013FE1EF}"/>
              </a:ext>
            </a:extLst>
          </p:cNvPr>
          <p:cNvSpPr/>
          <p:nvPr/>
        </p:nvSpPr>
        <p:spPr>
          <a:xfrm>
            <a:off x="120650" y="3474605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4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6D5E71-292B-EC97-5136-A41E3FCC3944}"/>
              </a:ext>
            </a:extLst>
          </p:cNvPr>
          <p:cNvSpPr/>
          <p:nvPr/>
        </p:nvSpPr>
        <p:spPr>
          <a:xfrm>
            <a:off x="120650" y="4150013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3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6CDC75-43D1-AC55-3713-0AD9FF48EA76}"/>
              </a:ext>
            </a:extLst>
          </p:cNvPr>
          <p:cNvSpPr/>
          <p:nvPr/>
        </p:nvSpPr>
        <p:spPr>
          <a:xfrm>
            <a:off x="120650" y="482542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2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2757C4-0239-AE27-5634-A21F69EB3F6C}"/>
              </a:ext>
            </a:extLst>
          </p:cNvPr>
          <p:cNvSpPr/>
          <p:nvPr/>
        </p:nvSpPr>
        <p:spPr>
          <a:xfrm>
            <a:off x="120650" y="5500832"/>
            <a:ext cx="927100" cy="571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Arial"/>
              </a:rPr>
              <a:t>1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A7DF0A1-FADF-9C4E-F006-C6702191B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51302"/>
              </p:ext>
            </p:extLst>
          </p:nvPr>
        </p:nvGraphicFramePr>
        <p:xfrm>
          <a:off x="7626350" y="1346200"/>
          <a:ext cx="4218938" cy="1871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41297334"/>
                    </a:ext>
                  </a:extLst>
                </a:gridCol>
                <a:gridCol w="2123438">
                  <a:extLst>
                    <a:ext uri="{9D8B030D-6E8A-4147-A177-3AD203B41FA5}">
                      <a16:colId xmlns:a16="http://schemas.microsoft.com/office/drawing/2014/main" val="2395663131"/>
                    </a:ext>
                  </a:extLst>
                </a:gridCol>
              </a:tblGrid>
              <a:tr h="623822">
                <a:tc>
                  <a:txBody>
                    <a:bodyPr/>
                    <a:lstStyle/>
                    <a:p>
                      <a:r>
                        <a:rPr lang="en-US" err="1"/>
                        <a:t>Variabel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Adresse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52536"/>
                  </a:ext>
                </a:extLst>
              </a:tr>
              <a:tr h="623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antall_elever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46872"/>
                  </a:ext>
                </a:extLst>
              </a:tr>
              <a:tr h="6238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Main </a:t>
                      </a:r>
                      <a:r>
                        <a:rPr lang="en-US" dirty="0" err="1"/>
                        <a:t>vafler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757463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16706516-7BD2-44AA-1B50-3A572CEEF5B0}"/>
              </a:ext>
            </a:extLst>
          </p:cNvPr>
          <p:cNvSpPr/>
          <p:nvPr/>
        </p:nvSpPr>
        <p:spPr>
          <a:xfrm>
            <a:off x="1143000" y="3480955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F63429-A037-4A05-F48C-9161E5F45C41}"/>
              </a:ext>
            </a:extLst>
          </p:cNvPr>
          <p:cNvSpPr/>
          <p:nvPr/>
        </p:nvSpPr>
        <p:spPr>
          <a:xfrm>
            <a:off x="1143000" y="4156364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9E2A45-E1AC-F2B5-5CC1-4226FEB94774}"/>
              </a:ext>
            </a:extLst>
          </p:cNvPr>
          <p:cNvSpPr/>
          <p:nvPr/>
        </p:nvSpPr>
        <p:spPr>
          <a:xfrm>
            <a:off x="1143000" y="4831773"/>
            <a:ext cx="1625600" cy="5715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315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02E9-15D9-F544-28CB-12576638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21F824-CE5B-9AA1-335A-55D52FDECCA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Skal </a:t>
            </a:r>
            <a:r>
              <a:rPr lang="nb-NO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 gjennom </a:t>
            </a:r>
            <a:r>
              <a:rPr lang="nb-NO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AE8BE-E7F0-2400-5EAC-D0D3B369C2CD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Minne, hva er det igjen?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Variabler som navngitte adresser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Stack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og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scope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>
                <a:solidFill>
                  <a:schemeClr val="bg1"/>
                </a:solidFill>
                <a:cs typeface="Arial"/>
              </a:rPr>
              <a:t>Referanse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vs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verdi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cs typeface="Arial"/>
              </a:rPr>
              <a:t>Heap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+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malloc</a:t>
            </a:r>
            <a:r>
              <a:rPr lang="nb-NO" sz="2800" dirty="0">
                <a:solidFill>
                  <a:schemeClr val="bg1"/>
                </a:solidFill>
                <a:cs typeface="Arial"/>
              </a:rPr>
              <a:t> / </a:t>
            </a:r>
            <a:r>
              <a:rPr lang="nb-NO" sz="2800" dirty="0" err="1">
                <a:solidFill>
                  <a:schemeClr val="bg1"/>
                </a:solidFill>
                <a:cs typeface="Arial"/>
              </a:rPr>
              <a:t>free</a:t>
            </a:r>
            <a:endParaRPr lang="nb-NO" sz="2800">
              <a:solidFill>
                <a:schemeClr val="bg1"/>
              </a:solidFill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b-NO" sz="2800" dirty="0" err="1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Oppsumering</a:t>
            </a:r>
            <a:r>
              <a:rPr lang="nb-NO" sz="2800" dirty="0">
                <a:solidFill>
                  <a:schemeClr val="bg1"/>
                </a:solidFill>
                <a:highlight>
                  <a:srgbClr val="008000"/>
                </a:highlight>
                <a:cs typeface="Arial"/>
              </a:rPr>
              <a:t> :)</a:t>
            </a:r>
          </a:p>
        </p:txBody>
      </p:sp>
      <p:pic>
        <p:nvPicPr>
          <p:cNvPr id="4" name="Picture 3" descr="Cat on Computer Blank Template - Imgflip">
            <a:extLst>
              <a:ext uri="{FF2B5EF4-FFF2-40B4-BE49-F238E27FC236}">
                <a16:creationId xmlns:a16="http://schemas.microsoft.com/office/drawing/2014/main" id="{0F30F43C-71E2-14E7-BCEA-34D345FB7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-1" b="-1"/>
          <a:stretch>
            <a:fillRect/>
          </a:stretch>
        </p:blipFill>
        <p:spPr>
          <a:xfrm>
            <a:off x="6092825" y="12541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52552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91FB-1D6F-A5C3-ADB5-CDC45626C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B8A43-3950-7871-06D8-43759C5153FF}"/>
              </a:ext>
            </a:extLst>
          </p:cNvPr>
          <p:cNvSpPr txBox="1"/>
          <p:nvPr/>
        </p:nvSpPr>
        <p:spPr>
          <a:xfrm>
            <a:off x="241300" y="2832100"/>
            <a:ext cx="51689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cs typeface="Arial"/>
              </a:rPr>
              <a:t>Minne:</a:t>
            </a:r>
            <a:br>
              <a:rPr lang="en-US" sz="3600" dirty="0">
                <a:solidFill>
                  <a:schemeClr val="bg1"/>
                </a:solidFill>
                <a:cs typeface="Arial"/>
              </a:rPr>
            </a:br>
            <a:r>
              <a:rPr lang="en-US" sz="3600" dirty="0" err="1">
                <a:solidFill>
                  <a:schemeClr val="bg1"/>
                </a:solidFill>
                <a:cs typeface="Arial"/>
              </a:rPr>
              <a:t>Viktig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 for å </a:t>
            </a:r>
            <a:r>
              <a:rPr lang="en-US" sz="3600" dirty="0" err="1">
                <a:solidFill>
                  <a:schemeClr val="bg1"/>
                </a:solidFill>
                <a:cs typeface="Arial"/>
              </a:rPr>
              <a:t>huske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 ting</a:t>
            </a:r>
          </a:p>
        </p:txBody>
      </p:sp>
      <p:pic>
        <p:nvPicPr>
          <p:cNvPr id="3" name="Picture 2" descr="Memory is not working properly - Meme by Mustafafleur :) Memedroid">
            <a:extLst>
              <a:ext uri="{FF2B5EF4-FFF2-40B4-BE49-F238E27FC236}">
                <a16:creationId xmlns:a16="http://schemas.microsoft.com/office/drawing/2014/main" id="{167E70F1-FAAD-4D15-BD4B-0C9D9BF56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8292"/>
            <a:ext cx="6248400" cy="62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550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7D789-7848-035B-3B0B-26598467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93C45-B78B-5CB4-ED97-650D2933AB0B}"/>
              </a:ext>
            </a:extLst>
          </p:cNvPr>
          <p:cNvSpPr txBox="1"/>
          <p:nvPr/>
        </p:nvSpPr>
        <p:spPr>
          <a:xfrm>
            <a:off x="241300" y="2832100"/>
            <a:ext cx="51689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cs typeface="Arial"/>
              </a:rPr>
              <a:t>Variabler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  <a:cs typeface="Arial"/>
              </a:rPr>
              <a:t>ting med </a:t>
            </a:r>
            <a:r>
              <a:rPr lang="en-US" sz="3600" dirty="0" err="1">
                <a:solidFill>
                  <a:schemeClr val="bg1"/>
                </a:solidFill>
                <a:cs typeface="Arial"/>
              </a:rPr>
              <a:t>navn</a:t>
            </a:r>
          </a:p>
        </p:txBody>
      </p:sp>
      <p:pic>
        <p:nvPicPr>
          <p:cNvPr id="4" name="Picture 3" descr="Boredom + Label Maker = _ _ _ - LolSnaps">
            <a:extLst>
              <a:ext uri="{FF2B5EF4-FFF2-40B4-BE49-F238E27FC236}">
                <a16:creationId xmlns:a16="http://schemas.microsoft.com/office/drawing/2014/main" id="{5078D875-B7AE-F6B1-9D15-6A3506D02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00" y="0"/>
            <a:ext cx="515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022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67CF-F70B-0009-6753-65FB87E0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E20ED-21DB-7969-5B41-4453B6AED051}"/>
              </a:ext>
            </a:extLst>
          </p:cNvPr>
          <p:cNvSpPr txBox="1"/>
          <p:nvPr/>
        </p:nvSpPr>
        <p:spPr>
          <a:xfrm>
            <a:off x="241300" y="2832100"/>
            <a:ext cx="44704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cs typeface="Arial"/>
              </a:rPr>
              <a:t>Stack (</a:t>
            </a:r>
            <a:r>
              <a:rPr lang="en-US" sz="3600" dirty="0" err="1">
                <a:solidFill>
                  <a:schemeClr val="bg1"/>
                </a:solidFill>
                <a:cs typeface="Arial"/>
              </a:rPr>
              <a:t>og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 heap):</a:t>
            </a:r>
          </a:p>
          <a:p>
            <a:r>
              <a:rPr lang="en-US" sz="3600" dirty="0">
                <a:solidFill>
                  <a:schemeClr val="bg1"/>
                </a:solidFill>
                <a:cs typeface="Arial"/>
              </a:rPr>
              <a:t>En </a:t>
            </a:r>
            <a:r>
              <a:rPr lang="en-US" sz="3600" dirty="0" err="1">
                <a:solidFill>
                  <a:schemeClr val="bg1"/>
                </a:solidFill>
                <a:cs typeface="Arial"/>
              </a:rPr>
              <a:t>plass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 man putter ting</a:t>
            </a:r>
          </a:p>
        </p:txBody>
      </p:sp>
      <p:pic>
        <p:nvPicPr>
          <p:cNvPr id="3" name="Picture 2" descr="HSVSphere on X: &quot;it's all memory https://t.co/mGOAsUGhKP&quot; / X">
            <a:extLst>
              <a:ext uri="{FF2B5EF4-FFF2-40B4-BE49-F238E27FC236}">
                <a16:creationId xmlns:a16="http://schemas.microsoft.com/office/drawing/2014/main" id="{219214B2-C3D8-8229-141F-24206CDC9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5" y="1433513"/>
            <a:ext cx="7092950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598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03EA-063A-9585-F260-3202C6F5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DN media">
            <a:extLst>
              <a:ext uri="{FF2B5EF4-FFF2-40B4-BE49-F238E27FC236}">
                <a16:creationId xmlns:a16="http://schemas.microsoft.com/office/drawing/2014/main" id="{782010BC-B9F4-5644-0DB5-1D27D4F04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900" y="101600"/>
            <a:ext cx="6654800" cy="665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1A5DAE-E885-C1D7-3BF3-A9ABC6AB6BE4}"/>
              </a:ext>
            </a:extLst>
          </p:cNvPr>
          <p:cNvSpPr txBox="1"/>
          <p:nvPr/>
        </p:nvSpPr>
        <p:spPr>
          <a:xfrm>
            <a:off x="241300" y="2832100"/>
            <a:ext cx="44704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cs typeface="Arial"/>
              </a:rPr>
              <a:t>Pekere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  <a:cs typeface="Arial"/>
              </a:rPr>
              <a:t>Peker </a:t>
            </a:r>
            <a:r>
              <a:rPr lang="en-US" sz="3600" dirty="0" err="1">
                <a:solidFill>
                  <a:schemeClr val="bg1"/>
                </a:solidFill>
                <a:cs typeface="Arial"/>
              </a:rPr>
              <a:t>til</a:t>
            </a:r>
            <a:r>
              <a:rPr lang="en-US" sz="3600" dirty="0">
                <a:solidFill>
                  <a:schemeClr val="bg1"/>
                </a:solidFill>
                <a:cs typeface="Arial"/>
              </a:rPr>
              <a:t> ting</a:t>
            </a:r>
          </a:p>
        </p:txBody>
      </p:sp>
    </p:spTree>
    <p:extLst>
      <p:ext uri="{BB962C8B-B14F-4D97-AF65-F5344CB8AC3E}">
        <p14:creationId xmlns:p14="http://schemas.microsoft.com/office/powerpoint/2010/main" val="37461933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C0A6-C677-C173-AADB-DA69AF70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 Programming · ProgrammerHumor.io">
            <a:extLst>
              <a:ext uri="{FF2B5EF4-FFF2-40B4-BE49-F238E27FC236}">
                <a16:creationId xmlns:a16="http://schemas.microsoft.com/office/drawing/2014/main" id="{6E502DD3-32CE-098A-B9CA-FC401A94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50" y="-1897"/>
            <a:ext cx="5505450" cy="686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05682"/>
      </p:ext>
    </p:extLst>
  </p:cSld>
  <p:clrMapOvr>
    <a:masterClrMapping/>
  </p:clrMapOvr>
</p:sld>
</file>

<file path=ppt/theme/theme1.xml><?xml version="1.0" encoding="utf-8"?>
<a:theme xmlns:a="http://schemas.openxmlformats.org/drawingml/2006/main" name="Lys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T PowerPoint bokmål.potx" id="{EADD4404-A47A-4AC3-B5A9-49F0715B15A4}" vid="{85BAD49A-8357-45C0-A36E-A755C9F794CB}"/>
    </a:ext>
  </a:extLst>
</a:theme>
</file>

<file path=ppt/theme/theme2.xml><?xml version="1.0" encoding="utf-8"?>
<a:theme xmlns:a="http://schemas.openxmlformats.org/drawingml/2006/main" name="Lys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T PowerPoint bokmål.potx" id="{EADD4404-A47A-4AC3-B5A9-49F0715B15A4}" vid="{EEA90934-389D-4B81-A1D9-645F8A619D99}"/>
    </a:ext>
  </a:extLst>
</a:theme>
</file>

<file path=ppt/theme/theme3.xml><?xml version="1.0" encoding="utf-8"?>
<a:theme xmlns:a="http://schemas.openxmlformats.org/drawingml/2006/main" name="Mørk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T PowerPoint bokmål.potx" id="{EADD4404-A47A-4AC3-B5A9-49F0715B15A4}" vid="{DE14CD14-3CD4-4134-8C2C-D16B8AF28894}"/>
    </a:ext>
  </a:extLst>
</a:theme>
</file>

<file path=ppt/theme/theme4.xml><?xml version="1.0" encoding="utf-8"?>
<a:theme xmlns:a="http://schemas.openxmlformats.org/drawingml/2006/main" name="Mørk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T PowerPoint bokmål.potx" id="{EADD4404-A47A-4AC3-B5A9-49F0715B15A4}" vid="{4A84149A-1A83-4246-BA91-369DCE31AF2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d61a547a-9c07-4cc4-a142-d6472416e13d">NKVMW7ZA4VH6-338744395-7</_dlc_DocId>
    <_dlc_DocIdUrl xmlns="d61a547a-9c07-4cc4-a142-d6472416e13d">
      <Url>https://universitetetitromso.sharepoint.com/sites/UiTTemplateLibrary/_layouts/15/DocIdRedir.aspx?ID=NKVMW7ZA4VH6-338744395-7</Url>
      <Description>NKVMW7ZA4VH6-338744395-7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6CC4E68F22484395BB93847BA6D0B8" ma:contentTypeVersion="3" ma:contentTypeDescription="Create a new document." ma:contentTypeScope="" ma:versionID="4a8359c01e079ef00097331ccee0dea2">
  <xsd:schema xmlns:xsd="http://www.w3.org/2001/XMLSchema" xmlns:xs="http://www.w3.org/2001/XMLSchema" xmlns:p="http://schemas.microsoft.com/office/2006/metadata/properties" xmlns:ns2="d61a547a-9c07-4cc4-a142-d6472416e13d" xmlns:ns3="47bdc872-4bf2-4cc1-b153-8c1112a455b6" targetNamespace="http://schemas.microsoft.com/office/2006/metadata/properties" ma:root="true" ma:fieldsID="b77008ffee93b520da7e098d9ac56bf5" ns2:_="" ns3:_="">
    <xsd:import namespace="d61a547a-9c07-4cc4-a142-d6472416e13d"/>
    <xsd:import namespace="47bdc872-4bf2-4cc1-b153-8c1112a455b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1a547a-9c07-4cc4-a142-d6472416e13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bdc872-4bf2-4cc1-b153-8c1112a455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B8CE85-5F1D-42BF-8415-06CA0A4ECE67}">
  <ds:schemaRefs>
    <ds:schemaRef ds:uri="5d7dd9b0-5ef0-4db8-b620-ecd60d112a7b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8294798-f355-4c52-b11f-13f5217b3f79"/>
    <ds:schemaRef ds:uri="http://www.w3.org/XML/1998/namespace"/>
    <ds:schemaRef ds:uri="http://purl.org/dc/dcmitype/"/>
    <ds:schemaRef ds:uri="d61a547a-9c07-4cc4-a142-d6472416e13d"/>
  </ds:schemaRefs>
</ds:datastoreItem>
</file>

<file path=customXml/itemProps2.xml><?xml version="1.0" encoding="utf-8"?>
<ds:datastoreItem xmlns:ds="http://schemas.openxmlformats.org/officeDocument/2006/customXml" ds:itemID="{EF2F52F8-7AE5-4638-947E-7912B0B4569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012518E-665B-4845-8B5B-0C9337B7809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9F46F3-1E79-4BF2-ACD8-EDFEA82CE2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1a547a-9c07-4cc4-a142-d6472416e13d"/>
    <ds:schemaRef ds:uri="47bdc872-4bf2-4cc1-b153-8c1112a455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90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90</vt:i4>
      </vt:variant>
    </vt:vector>
  </HeadingPairs>
  <TitlesOfParts>
    <vt:vector size="94" baseType="lpstr">
      <vt:lpstr>Lys med mønster</vt:lpstr>
      <vt:lpstr>Lys uten mønster</vt:lpstr>
      <vt:lpstr>Mørk med mønster</vt:lpstr>
      <vt:lpstr>Mørk uten mønster</vt:lpstr>
      <vt:lpstr>Pekere med teskje 🥄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Variabler = Nanvgitte adresser</vt:lpstr>
      <vt:lpstr>Variabler = Nanvgitte adresser</vt:lpstr>
      <vt:lpstr>Variabler = Nanvgitte adresser</vt:lpstr>
      <vt:lpstr>Variabler = Nanvgitte adresser</vt:lpstr>
      <vt:lpstr>Variabler = Nanvgitte adresser</vt:lpstr>
      <vt:lpstr>PowerPoint Presentation</vt:lpstr>
      <vt:lpstr>Scope og stack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Referanser vs Verdi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UiT Norges arktiske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1937</cp:revision>
  <dcterms:created xsi:type="dcterms:W3CDTF">2025-08-31T22:56:38Z</dcterms:created>
  <dcterms:modified xsi:type="dcterms:W3CDTF">2025-10-22T10:58:13Z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0x010100566CC4E68F22484395BB93847BA6D0B8</vt:lpwstr>
  </property>
  <property fmtid="{D5CDD505-2E9C-101B-9397-08002B2CF9AE}" pid="3" name="_dlc_DocIdItemGuid">
    <vt:lpwstr>72fc9a94-30a2-4bee-9b9a-5de55e496d5e</vt:lpwstr>
  </property>
</Properties>
</file>